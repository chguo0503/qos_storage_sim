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第1页。</a:t>
            </a:r>
          </a:p>
          <a:p>
            <a:r>
              <a:t>{</a:t>
            </a:r>
          </a:p>
          <a:p>
            <a:r>
              <a:t>  "sources": {</a:t>
            </a:r>
          </a:p>
          <a:p>
            <a:r>
              <a:t>    "results/baseline_npu32_investigation/final_verification.json": "03e29a224d4b922328fd491b5ff1477e817f17aa2ff48385b3454a721c1ae156",</a:t>
            </a:r>
          </a:p>
          <a:p>
            <a:r>
              <a:t>    "data": "fd197b79865b4c1f42d400100c5e05349ca1ba5f2d42b904af8a1759aabeb04b",</a:t>
            </a:r>
          </a:p>
          <a:p>
            <a:r>
              <a:t>    "results/baseline_npu32_investigation/mixed_varied/inputs/raw_size_varied_rho097_seed7.json.gz": "218df989dc5b4d0f1e3adce984f225adb5210f71f27d88e70b9ba99d9a1bcd67",</a:t>
            </a:r>
          </a:p>
          <a:p>
            <a:r>
              <a:t>    "results/baseline_npu32_investigation/mixed_varied/inputs/aligned_short072_seed7.json.gz": "8e2d38489244995d319038940a27d815b1b01cc921a5e143d273edd3df6f850b",</a:t>
            </a:r>
          </a:p>
          <a:p>
            <a:r>
              <a:t>    "results/baseline_npu32_investigation/mixed_six_ssu/inputs/aligned_short080_ssu6_seed7.json.gz": "4c3ef37b47ab5e92191ac4da5fad2197156ddf34faf11c3885f0bd8d05ec5fd4",</a:t>
            </a:r>
          </a:p>
          <a:p>
            <a:r>
              <a:t>    "results/baseline_npu32_investigation/mixed_six_ssu/inputs/raw_size_varied_ssu6_seed7.json.gz": "66edca1f7013d3e642f64e2f185df2bfe9903284171fcdb90f183c4855de773a",</a:t>
            </a:r>
          </a:p>
          <a:p>
            <a:r>
              <a:t>    "results/baseline_npu32_investigation/notes/mixed_policy_audit/runs.csv": "aa0d43c9f8c64ff48ede06a00a36207bcabcebdac8a5563f1f00c9962a57dbfe",</a:t>
            </a:r>
          </a:p>
          <a:p>
            <a:r>
              <a:t>    "results/baseline_npu32_investigation/mixed_six_ssu/analysis/windows.csv": "5677fd39cef3b57f5fee205af7aac5180a032ee900a1e007d97f8453f74e4893",</a:t>
            </a:r>
          </a:p>
          <a:p>
            <a:r>
              <a:t>    "results/baseline_npu32_investigation/notes/mixed_policy_audit/profiles.csv": "1a9afe9b6fcdfbd656e7abdb0fbd4ede96a71048383161bbac59bbf1b3b350c7"</a:t>
            </a:r>
          </a:p>
          <a:p>
            <a:r>
              <a:t>  },</a:t>
            </a:r>
          </a:p>
          <a:p>
            <a:r>
              <a:t>  "method": "Read existing final audited results; no simulations; single seed7 unless explicitly stated.",</a:t>
            </a:r>
          </a:p>
          <a:p>
            <a:r>
              <a:t>  "input_scope": "Complete per-NPU populations independently shuffled once; all arrivals t=0; synthetic frequencies/order.",</a:t>
            </a:r>
          </a:p>
          <a:p>
            <a:r>
              <a:t>  "metric_scope": "Fleet U1=[1000,2000]ms, U2=[2000,3000]ms. All-request admission SLO and per-profile cohort ratios cover the complete population.",</a:t>
            </a:r>
          </a:p>
          <a:p>
            <a:r>
              <a:t>  "layer_units": "C and V tables are per layer; V sums all SSDs, 8 layers per request.",</a:t>
            </a:r>
          </a:p>
          <a:p>
            <a:r>
              <a:t>  "editability": "All tables, text, bars and 2944 input-sequence cells are native editable PowerPoint objects."</a:t>
            </a:r>
          </a:p>
          <a:p>
            <a:r>
              <a:t>}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"baseline",</a:t>
            </a:r>
          </a:p>
          <a:p>
            <a:r>
              <a:t>    "metric": "U1_percent",</a:t>
            </a:r>
          </a:p>
          <a:p>
            <a:r>
              <a:t>    "value": 80.29173224873983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"baseline",</a:t>
            </a:r>
          </a:p>
          <a:p>
            <a:r>
              <a:t>    "metric": "all_admission_SLO_percent",</a:t>
            </a:r>
          </a:p>
          <a:p>
            <a:r>
              <a:t>    "value": 82.72658934707904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"baseline",</a:t>
            </a:r>
          </a:p>
          <a:p>
            <a:r>
              <a:t>    "metric": "U1_percent",</a:t>
            </a:r>
          </a:p>
          <a:p>
            <a:r>
              <a:t>    "value": 96.23487940217214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"baseline",</a:t>
            </a:r>
          </a:p>
          <a:p>
            <a:r>
              <a:t>    "metric": "all_admission_SLO_percent",</a:t>
            </a:r>
          </a:p>
          <a:p>
            <a:r>
              <a:t>    "value": 83.28804347826086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"once",</a:t>
            </a:r>
          </a:p>
          <a:p>
            <a:r>
              <a:t>    "metric": "U1_percent",</a:t>
            </a:r>
          </a:p>
          <a:p>
            <a:r>
              <a:t>    "value": 90.67741308536067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"once",</a:t>
            </a:r>
          </a:p>
          <a:p>
            <a:r>
              <a:t>    "metric": "all_admission_SLO_percent",</a:t>
            </a:r>
          </a:p>
          <a:p>
            <a:r>
              <a:t>    "value": 99.0442439862543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"once",</a:t>
            </a:r>
          </a:p>
          <a:p>
            <a:r>
              <a:t>    "metric": "U1_percent",</a:t>
            </a:r>
          </a:p>
          <a:p>
            <a:r>
              <a:t>    "value": 96.36461894249906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"once",</a:t>
            </a:r>
          </a:p>
          <a:p>
            <a:r>
              <a:t>    "metric": "all_admission_SLO_percent",</a:t>
            </a:r>
          </a:p>
          <a:p>
            <a:r>
              <a:t>    "value": 91.23641304347827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"new_once",</a:t>
            </a:r>
          </a:p>
          <a:p>
            <a:r>
              <a:t>    "metric": "U1_percent",</a:t>
            </a:r>
          </a:p>
          <a:p>
            <a:r>
              <a:t>    "value": 91.62036820289843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"new_once",</a:t>
            </a:r>
          </a:p>
          <a:p>
            <a:r>
              <a:t>    "metric": "all_admission_SLO_percent",</a:t>
            </a:r>
          </a:p>
          <a:p>
            <a:r>
              <a:t>    "value": 99.6778350515464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"new_once",</a:t>
            </a:r>
          </a:p>
          <a:p>
            <a:r>
              <a:t>    "metric": "U1_percent",</a:t>
            </a:r>
          </a:p>
          <a:p>
            <a:r>
              <a:t>    "value": 97.67551464716135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"new_once",</a:t>
            </a:r>
          </a:p>
          <a:p>
            <a:r>
              <a:t>    "metric": "all_admission_SLO_percent",</a:t>
            </a:r>
          </a:p>
          <a:p>
            <a:r>
              <a:t>    "value": 96.05978260869566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"strategy1_pipeline",</a:t>
            </a:r>
          </a:p>
          <a:p>
            <a:r>
              <a:t>    "metric": "U1_percent",</a:t>
            </a:r>
          </a:p>
          <a:p>
            <a:r>
              <a:t>    "value": 93.47768293677524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"strategy1_pipeline",</a:t>
            </a:r>
          </a:p>
          <a:p>
            <a:r>
              <a:t>    "metric": "all_admission_SLO_percent",</a:t>
            </a:r>
          </a:p>
          <a:p>
            <a:r>
              <a:t>    "value": 99.79596219931271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"strategy1_pipeline",</a:t>
            </a:r>
          </a:p>
          <a:p>
            <a:r>
              <a:t>    "metric": "U1_percent",</a:t>
            </a:r>
          </a:p>
          <a:p>
            <a:r>
              <a:t>    "value": 95.6751191101508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"strategy1_pipeline",</a:t>
            </a:r>
          </a:p>
          <a:p>
            <a:r>
              <a:t>    "metric": "all_admission_SLO_percent",</a:t>
            </a:r>
          </a:p>
          <a:p>
            <a:r>
              <a:t>    "value": 96.60326086956522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"strategy2_pipeline",</a:t>
            </a:r>
          </a:p>
          <a:p>
            <a:r>
              <a:t>    "metric": "U1_percent",</a:t>
            </a:r>
          </a:p>
          <a:p>
            <a:r>
              <a:t>    "value": 92.85148407536067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"strategy2_pipeline",</a:t>
            </a:r>
          </a:p>
          <a:p>
            <a:r>
              <a:t>    "metric": "all_admission_SLO_percent",</a:t>
            </a:r>
          </a:p>
          <a:p>
            <a:r>
              <a:t>    "value": 99.79059278350515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"strategy2_pipeline",</a:t>
            </a:r>
          </a:p>
          <a:p>
            <a:r>
              <a:t>    "metric": "U1_percent",</a:t>
            </a:r>
          </a:p>
          <a:p>
            <a:r>
              <a:t>    "value": 95.09201805082583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"strategy2_pipeline",</a:t>
            </a:r>
          </a:p>
          <a:p>
            <a:r>
              <a:t>    "metric": "all_admission_SLO_percent",</a:t>
            </a:r>
          </a:p>
          <a:p>
            <a:r>
              <a:t>    "value": 97.0788043478261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"strategy3_pipeline",</a:t>
            </a:r>
          </a:p>
          <a:p>
            <a:r>
              <a:t>    "metric": "U1_percent",</a:t>
            </a:r>
          </a:p>
          <a:p>
            <a:r>
              <a:t>    "value": 93.97666248098699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"strategy3_pipeline",</a:t>
            </a:r>
          </a:p>
          <a:p>
            <a:r>
              <a:t>    "metric": "all_admission_SLO_percent",</a:t>
            </a:r>
          </a:p>
          <a:p>
            <a:r>
              <a:t>    "value": 99.7852233676976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"strategy3_pipeline",</a:t>
            </a:r>
          </a:p>
          <a:p>
            <a:r>
              <a:t>    "metric": "U1_percent",</a:t>
            </a:r>
          </a:p>
          <a:p>
            <a:r>
              <a:t>    "value": 94.94023247602968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"strategy3_pipeline",</a:t>
            </a:r>
          </a:p>
          <a:p>
            <a:r>
              <a:t>    "metric": "all_admission_SLO_percent",</a:t>
            </a:r>
          </a:p>
          <a:p>
            <a:r>
              <a:t>    "value": 97.18070652173914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"strategy3_fixed",</a:t>
            </a:r>
          </a:p>
          <a:p>
            <a:r>
              <a:t>    "metric": "U1_percent",</a:t>
            </a:r>
          </a:p>
          <a:p>
            <a:r>
              <a:t>    "value": 90.17060772304734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"E72",</a:t>
            </a:r>
          </a:p>
          <a:p>
            <a:r>
              <a:t>    "policy": "strategy3_fixed",</a:t>
            </a:r>
          </a:p>
          <a:p>
            <a:r>
              <a:t>    "metric": "all_admission_SLO_percent",</a:t>
            </a:r>
          </a:p>
          <a:p>
            <a:r>
              <a:t>    "value": 99.68857388316151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"strategy3_fixed",</a:t>
            </a:r>
          </a:p>
          <a:p>
            <a:r>
              <a:t>    "metric": "U1_percent",</a:t>
            </a:r>
          </a:p>
          <a:p>
            <a:r>
              <a:t>    "value": 97.83155422192516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1,</a:t>
            </a:r>
          </a:p>
          <a:p>
            <a:r>
              <a:t>    "case": "V38",</a:t>
            </a:r>
          </a:p>
          <a:p>
            <a:r>
              <a:t>    "policy": "strategy3_fixed",</a:t>
            </a:r>
          </a:p>
          <a:p>
            <a:r>
              <a:t>    "metric": "all_admission_SLO_percent",</a:t>
            </a:r>
          </a:p>
          <a:p>
            <a:r>
              <a:t>    "value": 94.76902173913044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第2页。</a:t>
            </a:r>
          </a:p>
          <a:p>
            <a:r>
              <a:t>{</a:t>
            </a:r>
          </a:p>
          <a:p>
            <a:r>
              <a:t>  "sources": {</a:t>
            </a:r>
          </a:p>
          <a:p>
            <a:r>
              <a:t>    "results/baseline_npu32_investigation/final_verification.json": "03e29a224d4b922328fd491b5ff1477e817f17aa2ff48385b3454a721c1ae156",</a:t>
            </a:r>
          </a:p>
          <a:p>
            <a:r>
              <a:t>    "data": "fd197b79865b4c1f42d400100c5e05349ca1ba5f2d42b904af8a1759aabeb04b",</a:t>
            </a:r>
          </a:p>
          <a:p>
            <a:r>
              <a:t>    "results/baseline_npu32_investigation/mixed_varied/inputs/raw_size_varied_rho097_seed7.json.gz": "218df989dc5b4d0f1e3adce984f225adb5210f71f27d88e70b9ba99d9a1bcd67",</a:t>
            </a:r>
          </a:p>
          <a:p>
            <a:r>
              <a:t>    "results/baseline_npu32_investigation/mixed_varied/inputs/aligned_short072_seed7.json.gz": "8e2d38489244995d319038940a27d815b1b01cc921a5e143d273edd3df6f850b",</a:t>
            </a:r>
          </a:p>
          <a:p>
            <a:r>
              <a:t>    "results/baseline_npu32_investigation/mixed_six_ssu/inputs/aligned_short080_ssu6_seed7.json.gz": "4c3ef37b47ab5e92191ac4da5fad2197156ddf34faf11c3885f0bd8d05ec5fd4",</a:t>
            </a:r>
          </a:p>
          <a:p>
            <a:r>
              <a:t>    "results/baseline_npu32_investigation/mixed_six_ssu/inputs/raw_size_varied_ssu6_seed7.json.gz": "66edca1f7013d3e642f64e2f185df2bfe9903284171fcdb90f183c4855de773a",</a:t>
            </a:r>
          </a:p>
          <a:p>
            <a:r>
              <a:t>    "results/baseline_npu32_investigation/notes/mixed_policy_audit/runs.csv": "aa0d43c9f8c64ff48ede06a00a36207bcabcebdac8a5563f1f00c9962a57dbfe",</a:t>
            </a:r>
          </a:p>
          <a:p>
            <a:r>
              <a:t>    "results/baseline_npu32_investigation/mixed_six_ssu/analysis/windows.csv": "5677fd39cef3b57f5fee205af7aac5180a032ee900a1e007d97f8453f74e4893",</a:t>
            </a:r>
          </a:p>
          <a:p>
            <a:r>
              <a:t>    "results/baseline_npu32_investigation/notes/mixed_policy_audit/profiles.csv": "1a9afe9b6fcdfbd656e7abdb0fbd4ede96a71048383161bbac59bbf1b3b350c7"</a:t>
            </a:r>
          </a:p>
          <a:p>
            <a:r>
              <a:t>  },</a:t>
            </a:r>
          </a:p>
          <a:p>
            <a:r>
              <a:t>  "method": "Read existing final audited results; no simulations; single seed7 unless explicitly stated.",</a:t>
            </a:r>
          </a:p>
          <a:p>
            <a:r>
              <a:t>  "input_scope": "Complete per-NPU populations independently shuffled once; all arrivals t=0; synthetic frequencies/order.",</a:t>
            </a:r>
          </a:p>
          <a:p>
            <a:r>
              <a:t>  "metric_scope": "Fleet U1=[1000,2000]ms, U2=[2000,3000]ms. All-request admission SLO and per-profile cohort ratios cover the complete population.",</a:t>
            </a:r>
          </a:p>
          <a:p>
            <a:r>
              <a:t>  "layer_units": "C and V tables are per layer; V sums all SSDs, 8 layers per request.",</a:t>
            </a:r>
          </a:p>
          <a:p>
            <a:r>
              <a:t>  "editability": "All tables, text, bars and 2944 input-sequence cells are native editable PowerPoint objects."</a:t>
            </a:r>
          </a:p>
          <a:p>
            <a:r>
              <a:t>}</a:t>
            </a:r>
          </a:p>
          <a:p>
            <a:r>
              <a:t>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第3页。</a:t>
            </a:r>
          </a:p>
          <a:p>
            <a:r>
              <a:t>{</a:t>
            </a:r>
          </a:p>
          <a:p>
            <a:r>
              <a:t>  "sources": {</a:t>
            </a:r>
          </a:p>
          <a:p>
            <a:r>
              <a:t>    "results/baseline_npu32_investigation/final_verification.json": "03e29a224d4b922328fd491b5ff1477e817f17aa2ff48385b3454a721c1ae156",</a:t>
            </a:r>
          </a:p>
          <a:p>
            <a:r>
              <a:t>    "data": "fd197b79865b4c1f42d400100c5e05349ca1ba5f2d42b904af8a1759aabeb04b",</a:t>
            </a:r>
          </a:p>
          <a:p>
            <a:r>
              <a:t>    "results/baseline_npu32_investigation/mixed_varied/inputs/raw_size_varied_rho097_seed7.json.gz": "218df989dc5b4d0f1e3adce984f225adb5210f71f27d88e70b9ba99d9a1bcd67",</a:t>
            </a:r>
          </a:p>
          <a:p>
            <a:r>
              <a:t>    "results/baseline_npu32_investigation/mixed_varied/inputs/aligned_short072_seed7.json.gz": "8e2d38489244995d319038940a27d815b1b01cc921a5e143d273edd3df6f850b",</a:t>
            </a:r>
          </a:p>
          <a:p>
            <a:r>
              <a:t>    "results/baseline_npu32_investigation/mixed_six_ssu/inputs/aligned_short080_ssu6_seed7.json.gz": "4c3ef37b47ab5e92191ac4da5fad2197156ddf34faf11c3885f0bd8d05ec5fd4",</a:t>
            </a:r>
          </a:p>
          <a:p>
            <a:r>
              <a:t>    "results/baseline_npu32_investigation/mixed_six_ssu/inputs/raw_size_varied_ssu6_seed7.json.gz": "66edca1f7013d3e642f64e2f185df2bfe9903284171fcdb90f183c4855de773a",</a:t>
            </a:r>
          </a:p>
          <a:p>
            <a:r>
              <a:t>    "results/baseline_npu32_investigation/notes/mixed_policy_audit/runs.csv": "aa0d43c9f8c64ff48ede06a00a36207bcabcebdac8a5563f1f00c9962a57dbfe",</a:t>
            </a:r>
          </a:p>
          <a:p>
            <a:r>
              <a:t>    "results/baseline_npu32_investigation/mixed_six_ssu/analysis/windows.csv": "5677fd39cef3b57f5fee205af7aac5180a032ee900a1e007d97f8453f74e4893",</a:t>
            </a:r>
          </a:p>
          <a:p>
            <a:r>
              <a:t>    "results/baseline_npu32_investigation/notes/mixed_policy_audit/profiles.csv": "1a9afe9b6fcdfbd656e7abdb0fbd4ede96a71048383161bbac59bbf1b3b350c7"</a:t>
            </a:r>
          </a:p>
          <a:p>
            <a:r>
              <a:t>  },</a:t>
            </a:r>
          </a:p>
          <a:p>
            <a:r>
              <a:t>  "method": "Read existing final audited results; no simulations; single seed7 unless explicitly stated.",</a:t>
            </a:r>
          </a:p>
          <a:p>
            <a:r>
              <a:t>  "input_scope": "Complete per-NPU populations independently shuffled once; all arrivals t=0; synthetic frequencies/order.",</a:t>
            </a:r>
          </a:p>
          <a:p>
            <a:r>
              <a:t>  "metric_scope": "Fleet U1=[1000,2000]ms, U2=[2000,3000]ms. All-request admission SLO and per-profile cohort ratios cover the complete population.",</a:t>
            </a:r>
          </a:p>
          <a:p>
            <a:r>
              <a:t>  "layer_units": "C and V tables are per layer; V sums all SSDs, 8 layers per request.",</a:t>
            </a:r>
          </a:p>
          <a:p>
            <a:r>
              <a:t>  "editability": "All tables, text, bars and 2944 input-sequence cells are native editable PowerPoint objects."</a:t>
            </a:r>
          </a:p>
          <a:p>
            <a:r>
              <a:t>}</a:t>
            </a:r>
          </a:p>
          <a:p>
            <a:r>
              <a:t>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第4页。</a:t>
            </a:r>
          </a:p>
          <a:p>
            <a:r>
              <a:t>{</a:t>
            </a:r>
          </a:p>
          <a:p>
            <a:r>
              <a:t>  "sources": {</a:t>
            </a:r>
          </a:p>
          <a:p>
            <a:r>
              <a:t>    "results/baseline_npu32_investigation/final_verification.json": "03e29a224d4b922328fd491b5ff1477e817f17aa2ff48385b3454a721c1ae156",</a:t>
            </a:r>
          </a:p>
          <a:p>
            <a:r>
              <a:t>    "data": "fd197b79865b4c1f42d400100c5e05349ca1ba5f2d42b904af8a1759aabeb04b",</a:t>
            </a:r>
          </a:p>
          <a:p>
            <a:r>
              <a:t>    "results/baseline_npu32_investigation/mixed_varied/inputs/raw_size_varied_rho097_seed7.json.gz": "218df989dc5b4d0f1e3adce984f225adb5210f71f27d88e70b9ba99d9a1bcd67",</a:t>
            </a:r>
          </a:p>
          <a:p>
            <a:r>
              <a:t>    "results/baseline_npu32_investigation/mixed_varied/inputs/aligned_short072_seed7.json.gz": "8e2d38489244995d319038940a27d815b1b01cc921a5e143d273edd3df6f850b",</a:t>
            </a:r>
          </a:p>
          <a:p>
            <a:r>
              <a:t>    "results/baseline_npu32_investigation/mixed_six_ssu/inputs/aligned_short080_ssu6_seed7.json.gz": "4c3ef37b47ab5e92191ac4da5fad2197156ddf34faf11c3885f0bd8d05ec5fd4",</a:t>
            </a:r>
          </a:p>
          <a:p>
            <a:r>
              <a:t>    "results/baseline_npu32_investigation/mixed_six_ssu/inputs/raw_size_varied_ssu6_seed7.json.gz": "66edca1f7013d3e642f64e2f185df2bfe9903284171fcdb90f183c4855de773a",</a:t>
            </a:r>
          </a:p>
          <a:p>
            <a:r>
              <a:t>    "results/baseline_npu32_investigation/notes/mixed_policy_audit/runs.csv": "aa0d43c9f8c64ff48ede06a00a36207bcabcebdac8a5563f1f00c9962a57dbfe",</a:t>
            </a:r>
          </a:p>
          <a:p>
            <a:r>
              <a:t>    "results/baseline_npu32_investigation/mixed_six_ssu/analysis/windows.csv": "5677fd39cef3b57f5fee205af7aac5180a032ee900a1e007d97f8453f74e4893",</a:t>
            </a:r>
          </a:p>
          <a:p>
            <a:r>
              <a:t>    "results/baseline_npu32_investigation/notes/mixed_policy_audit/profiles.csv": "1a9afe9b6fcdfbd656e7abdb0fbd4ede96a71048383161bbac59bbf1b3b350c7"</a:t>
            </a:r>
          </a:p>
          <a:p>
            <a:r>
              <a:t>  },</a:t>
            </a:r>
          </a:p>
          <a:p>
            <a:r>
              <a:t>  "method": "Read existing final audited results; no simulations; single seed7 unless explicitly stated.",</a:t>
            </a:r>
          </a:p>
          <a:p>
            <a:r>
              <a:t>  "input_scope": "Complete per-NPU populations independently shuffled once; all arrivals t=0; synthetic frequencies/order.",</a:t>
            </a:r>
          </a:p>
          <a:p>
            <a:r>
              <a:t>  "metric_scope": "Fleet U1=[1000,2000]ms, U2=[2000,3000]ms. All-request admission SLO and per-profile cohort ratios cover the complete population.",</a:t>
            </a:r>
          </a:p>
          <a:p>
            <a:r>
              <a:t>  "layer_units": "C and V tables are per layer; V sums all SSDs, 8 layers per request.",</a:t>
            </a:r>
          </a:p>
          <a:p>
            <a:r>
              <a:t>  "editability": "All tables, text, bars and 2944 input-sequence cells are native editable PowerPoint objects."</a:t>
            </a:r>
          </a:p>
          <a:p>
            <a:r>
              <a:t>}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"A6",</a:t>
            </a:r>
          </a:p>
          <a:p>
            <a:r>
              <a:t>    "policy": "baseline",</a:t>
            </a:r>
          </a:p>
          <a:p>
            <a:r>
              <a:t>    "metric": "U1_percent",</a:t>
            </a:r>
          </a:p>
          <a:p>
            <a:r>
              <a:t>    "value": 74.53009021220693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"A6",</a:t>
            </a:r>
          </a:p>
          <a:p>
            <a:r>
              <a:t>    "policy": "baseline",</a:t>
            </a:r>
          </a:p>
          <a:p>
            <a:r>
              <a:t>    "metric": "U2_percent",</a:t>
            </a:r>
          </a:p>
          <a:p>
            <a:r>
              <a:t>    "value": 80.11230298243257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"A6",</a:t>
            </a:r>
          </a:p>
          <a:p>
            <a:r>
              <a:t>    "policy": "new_once",</a:t>
            </a:r>
          </a:p>
          <a:p>
            <a:r>
              <a:t>    "metric": "U1_percent",</a:t>
            </a:r>
          </a:p>
          <a:p>
            <a:r>
              <a:t>    "value": 91.88512291983655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"A6",</a:t>
            </a:r>
          </a:p>
          <a:p>
            <a:r>
              <a:t>    "policy": "new_once",</a:t>
            </a:r>
          </a:p>
          <a:p>
            <a:r>
              <a:t>    "metric": "U2_percent",</a:t>
            </a:r>
          </a:p>
          <a:p>
            <a:r>
              <a:t>    "value": 97.60965269459392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"B6",</a:t>
            </a:r>
          </a:p>
          <a:p>
            <a:r>
              <a:t>    "policy": "baseline",</a:t>
            </a:r>
          </a:p>
          <a:p>
            <a:r>
              <a:t>    "metric": "U1_percent",</a:t>
            </a:r>
          </a:p>
          <a:p>
            <a:r>
              <a:t>    "value": 95.71714666484084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"B6",</a:t>
            </a:r>
          </a:p>
          <a:p>
            <a:r>
              <a:t>    "policy": "baseline",</a:t>
            </a:r>
          </a:p>
          <a:p>
            <a:r>
              <a:t>    "metric": "U2_percent",</a:t>
            </a:r>
          </a:p>
          <a:p>
            <a:r>
              <a:t>    "value": 96.25339220924046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"B6",</a:t>
            </a:r>
          </a:p>
          <a:p>
            <a:r>
              <a:t>    "policy": "new_once",</a:t>
            </a:r>
          </a:p>
          <a:p>
            <a:r>
              <a:t>    "metric": "U1_percent",</a:t>
            </a:r>
          </a:p>
          <a:p>
            <a:r>
              <a:t>    "value": 98.41292996881627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4,</a:t>
            </a:r>
          </a:p>
          <a:p>
            <a:r>
              <a:t>    "case": "B6",</a:t>
            </a:r>
          </a:p>
          <a:p>
            <a:r>
              <a:t>    "policy": "new_once",</a:t>
            </a:r>
          </a:p>
          <a:p>
            <a:r>
              <a:t>    "metric": "U2_percent",</a:t>
            </a:r>
          </a:p>
          <a:p>
            <a:r>
              <a:t>    "value": 96.6811377447774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第5页。</a:t>
            </a:r>
          </a:p>
          <a:p>
            <a:r>
              <a:t>{</a:t>
            </a:r>
          </a:p>
          <a:p>
            <a:r>
              <a:t>  "sources": {</a:t>
            </a:r>
          </a:p>
          <a:p>
            <a:r>
              <a:t>    "results/baseline_npu32_investigation/final_verification.json": "03e29a224d4b922328fd491b5ff1477e817f17aa2ff48385b3454a721c1ae156",</a:t>
            </a:r>
          </a:p>
          <a:p>
            <a:r>
              <a:t>    "data": "fd197b79865b4c1f42d400100c5e05349ca1ba5f2d42b904af8a1759aabeb04b",</a:t>
            </a:r>
          </a:p>
          <a:p>
            <a:r>
              <a:t>    "results/baseline_npu32_investigation/mixed_varied/inputs/raw_size_varied_rho097_seed7.json.gz": "218df989dc5b4d0f1e3adce984f225adb5210f71f27d88e70b9ba99d9a1bcd67",</a:t>
            </a:r>
          </a:p>
          <a:p>
            <a:r>
              <a:t>    "results/baseline_npu32_investigation/mixed_varied/inputs/aligned_short072_seed7.json.gz": "8e2d38489244995d319038940a27d815b1b01cc921a5e143d273edd3df6f850b",</a:t>
            </a:r>
          </a:p>
          <a:p>
            <a:r>
              <a:t>    "results/baseline_npu32_investigation/mixed_six_ssu/inputs/aligned_short080_ssu6_seed7.json.gz": "4c3ef37b47ab5e92191ac4da5fad2197156ddf34faf11c3885f0bd8d05ec5fd4",</a:t>
            </a:r>
          </a:p>
          <a:p>
            <a:r>
              <a:t>    "results/baseline_npu32_investigation/mixed_six_ssu/inputs/raw_size_varied_ssu6_seed7.json.gz": "66edca1f7013d3e642f64e2f185df2bfe9903284171fcdb90f183c4855de773a",</a:t>
            </a:r>
          </a:p>
          <a:p>
            <a:r>
              <a:t>    "results/baseline_npu32_investigation/notes/mixed_policy_audit/runs.csv": "aa0d43c9f8c64ff48ede06a00a36207bcabcebdac8a5563f1f00c9962a57dbfe",</a:t>
            </a:r>
          </a:p>
          <a:p>
            <a:r>
              <a:t>    "results/baseline_npu32_investigation/mixed_six_ssu/analysis/windows.csv": "5677fd39cef3b57f5fee205af7aac5180a032ee900a1e007d97f8453f74e4893",</a:t>
            </a:r>
          </a:p>
          <a:p>
            <a:r>
              <a:t>    "results/baseline_npu32_investigation/notes/mixed_policy_audit/profiles.csv": "1a9afe9b6fcdfbd656e7abdb0fbd4ede96a71048383161bbac59bbf1b3b350c7"</a:t>
            </a:r>
          </a:p>
          <a:p>
            <a:r>
              <a:t>  },</a:t>
            </a:r>
          </a:p>
          <a:p>
            <a:r>
              <a:t>  "method": "Read existing final audited results; no simulations; single seed7 unless explicitly stated.",</a:t>
            </a:r>
          </a:p>
          <a:p>
            <a:r>
              <a:t>  "input_scope": "Complete per-NPU populations independently shuffled once; all arrivals t=0; synthetic frequencies/order.",</a:t>
            </a:r>
          </a:p>
          <a:p>
            <a:r>
              <a:t>  "metric_scope": "Fleet U1=[1000,2000]ms, U2=[2000,3000]ms. All-request admission SLO and per-profile cohort ratios cover the complete population.",</a:t>
            </a:r>
          </a:p>
          <a:p>
            <a:r>
              <a:t>  "layer_units": "C and V tables are per layer; V sums all SSDs, 8 layers per request.",</a:t>
            </a:r>
          </a:p>
          <a:p>
            <a:r>
              <a:t>  "editability": "All tables, text, bars and 2944 input-sequence cells are native editable PowerPoint objects."</a:t>
            </a:r>
          </a:p>
          <a:p>
            <a:r>
              <a:t>}</a:t>
            </a:r>
          </a:p>
          <a:p>
            <a:r>
              <a:t>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第6页。</a:t>
            </a:r>
          </a:p>
          <a:p>
            <a:r>
              <a:t>{</a:t>
            </a:r>
          </a:p>
          <a:p>
            <a:r>
              <a:t>  "sources": {</a:t>
            </a:r>
          </a:p>
          <a:p>
            <a:r>
              <a:t>    "results/baseline_npu32_investigation/final_verification.json": "03e29a224d4b922328fd491b5ff1477e817f17aa2ff48385b3454a721c1ae156",</a:t>
            </a:r>
          </a:p>
          <a:p>
            <a:r>
              <a:t>    "data": "fd197b79865b4c1f42d400100c5e05349ca1ba5f2d42b904af8a1759aabeb04b",</a:t>
            </a:r>
          </a:p>
          <a:p>
            <a:r>
              <a:t>    "results/baseline_npu32_investigation/mixed_varied/inputs/raw_size_varied_rho097_seed7.json.gz": "218df989dc5b4d0f1e3adce984f225adb5210f71f27d88e70b9ba99d9a1bcd67",</a:t>
            </a:r>
          </a:p>
          <a:p>
            <a:r>
              <a:t>    "results/baseline_npu32_investigation/mixed_varied/inputs/aligned_short072_seed7.json.gz": "8e2d38489244995d319038940a27d815b1b01cc921a5e143d273edd3df6f850b",</a:t>
            </a:r>
          </a:p>
          <a:p>
            <a:r>
              <a:t>    "results/baseline_npu32_investigation/mixed_six_ssu/inputs/aligned_short080_ssu6_seed7.json.gz": "4c3ef37b47ab5e92191ac4da5fad2197156ddf34faf11c3885f0bd8d05ec5fd4",</a:t>
            </a:r>
          </a:p>
          <a:p>
            <a:r>
              <a:t>    "results/baseline_npu32_investigation/mixed_six_ssu/inputs/raw_size_varied_ssu6_seed7.json.gz": "66edca1f7013d3e642f64e2f185df2bfe9903284171fcdb90f183c4855de773a",</a:t>
            </a:r>
          </a:p>
          <a:p>
            <a:r>
              <a:t>    "results/baseline_npu32_investigation/notes/mixed_policy_audit/runs.csv": "aa0d43c9f8c64ff48ede06a00a36207bcabcebdac8a5563f1f00c9962a57dbfe",</a:t>
            </a:r>
          </a:p>
          <a:p>
            <a:r>
              <a:t>    "results/baseline_npu32_investigation/mixed_six_ssu/analysis/windows.csv": "5677fd39cef3b57f5fee205af7aac5180a032ee900a1e007d97f8453f74e4893",</a:t>
            </a:r>
          </a:p>
          <a:p>
            <a:r>
              <a:t>    "results/baseline_npu32_investigation/notes/mixed_policy_audit/profiles.csv": "1a9afe9b6fcdfbd656e7abdb0fbd4ede96a71048383161bbac59bbf1b3b350c7"</a:t>
            </a:r>
          </a:p>
          <a:p>
            <a:r>
              <a:t>  },</a:t>
            </a:r>
          </a:p>
          <a:p>
            <a:r>
              <a:t>  "method": "Read existing final audited results; no simulations; single seed7 unless explicitly stated.",</a:t>
            </a:r>
          </a:p>
          <a:p>
            <a:r>
              <a:t>  "input_scope": "Complete per-NPU populations independently shuffled once; all arrivals t=0; synthetic frequencies/order.",</a:t>
            </a:r>
          </a:p>
          <a:p>
            <a:r>
              <a:t>  "metric_scope": "Fleet U1=[1000,2000]ms, U2=[2000,3000]ms. All-request admission SLO and per-profile cohort ratios cover the complete population.",</a:t>
            </a:r>
          </a:p>
          <a:p>
            <a:r>
              <a:t>  "layer_units": "C and V tables are per layer; V sums all SSDs, 8 layers per request.",</a:t>
            </a:r>
          </a:p>
          <a:p>
            <a:r>
              <a:t>  "editability": "All tables, text, bars and 2944 input-sequence cells are native editable PowerPoint objects."</a:t>
            </a:r>
          </a:p>
          <a:p>
            <a:r>
              <a:t>}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"baseline",</a:t>
            </a:r>
          </a:p>
          <a:p>
            <a:r>
              <a:t>    "profile": [</a:t>
            </a:r>
          </a:p>
          <a:p>
            <a:r>
              <a:t>      32,</a:t>
            </a:r>
          </a:p>
          <a:p>
            <a:r>
              <a:t>      128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57.80284375219081,</a:t>
            </a:r>
          </a:p>
          <a:p>
            <a:r>
              <a:t>    "admission_slo_passed": 483,</a:t>
            </a:r>
          </a:p>
          <a:p>
            <a:r>
              <a:t>    "request_count": 896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"new_once",</a:t>
            </a:r>
          </a:p>
          <a:p>
            <a:r>
              <a:t>    "profile": [</a:t>
            </a:r>
          </a:p>
          <a:p>
            <a:r>
              <a:t>      32,</a:t>
            </a:r>
          </a:p>
          <a:p>
            <a:r>
              <a:t>      128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92.4458416245746,</a:t>
            </a:r>
          </a:p>
          <a:p>
            <a:r>
              <a:t>    "admission_slo_passed": 870,</a:t>
            </a:r>
          </a:p>
          <a:p>
            <a:r>
              <a:t>    "request_count": 896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"baseline",</a:t>
            </a:r>
          </a:p>
          <a:p>
            <a:r>
              <a:t>    "profile": [</a:t>
            </a:r>
          </a:p>
          <a:p>
            <a:r>
              <a:t>      48,</a:t>
            </a:r>
          </a:p>
          <a:p>
            <a:r>
              <a:t>      256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86.92511361364777,</a:t>
            </a:r>
          </a:p>
          <a:p>
            <a:r>
              <a:t>    "admission_slo_passed": 817,</a:t>
            </a:r>
          </a:p>
          <a:p>
            <a:r>
              <a:t>    "request_count": 896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"new_once",</a:t>
            </a:r>
          </a:p>
          <a:p>
            <a:r>
              <a:t>    "profile": [</a:t>
            </a:r>
          </a:p>
          <a:p>
            <a:r>
              <a:t>      48,</a:t>
            </a:r>
          </a:p>
          <a:p>
            <a:r>
              <a:t>      256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99.4879920900322,</a:t>
            </a:r>
          </a:p>
          <a:p>
            <a:r>
              <a:t>    "admission_slo_passed": 894,</a:t>
            </a:r>
          </a:p>
          <a:p>
            <a:r>
              <a:t>    "request_count": 896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"baseline",</a:t>
            </a:r>
          </a:p>
          <a:p>
            <a:r>
              <a:t>    "profile": [</a:t>
            </a:r>
          </a:p>
          <a:p>
            <a:r>
              <a:t>      64,</a:t>
            </a:r>
          </a:p>
          <a:p>
            <a:r>
              <a:t>      512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98.26114381552182,</a:t>
            </a:r>
          </a:p>
          <a:p>
            <a:r>
              <a:t>    "admission_slo_passed": 896,</a:t>
            </a:r>
          </a:p>
          <a:p>
            <a:r>
              <a:t>    "request_count": 896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"new_once",</a:t>
            </a:r>
          </a:p>
          <a:p>
            <a:r>
              <a:t>    "profile": [</a:t>
            </a:r>
          </a:p>
          <a:p>
            <a:r>
              <a:t>      64,</a:t>
            </a:r>
          </a:p>
          <a:p>
            <a:r>
              <a:t>      512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86.52842670607232,</a:t>
            </a:r>
          </a:p>
          <a:p>
            <a:r>
              <a:t>    "admission_slo_passed": 808,</a:t>
            </a:r>
          </a:p>
          <a:p>
            <a:r>
              <a:t>    "request_count": 896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"baseline",</a:t>
            </a:r>
          </a:p>
          <a:p>
            <a:r>
              <a:t>    "profile": [</a:t>
            </a:r>
          </a:p>
          <a:p>
            <a:r>
              <a:t>      192,</a:t>
            </a:r>
          </a:p>
          <a:p>
            <a:r>
              <a:t>      1024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98.81466914006278,</a:t>
            </a:r>
          </a:p>
          <a:p>
            <a:r>
              <a:t>    "admission_slo_passed": 64,</a:t>
            </a:r>
          </a:p>
          <a:p>
            <a:r>
              <a:t>    "request_count": 64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"new_once",</a:t>
            </a:r>
          </a:p>
          <a:p>
            <a:r>
              <a:t>    "profile": [</a:t>
            </a:r>
          </a:p>
          <a:p>
            <a:r>
              <a:t>      192,</a:t>
            </a:r>
          </a:p>
          <a:p>
            <a:r>
              <a:t>      1024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97.62403212020916,</a:t>
            </a:r>
          </a:p>
          <a:p>
            <a:r>
              <a:t>    "admission_slo_passed": 64,</a:t>
            </a:r>
          </a:p>
          <a:p>
            <a:r>
              <a:t>    "request_count": 64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"baseline",</a:t>
            </a:r>
          </a:p>
          <a:p>
            <a:r>
              <a:t>    "profile": [</a:t>
            </a:r>
          </a:p>
          <a:p>
            <a:r>
              <a:t>      192,</a:t>
            </a:r>
          </a:p>
          <a:p>
            <a:r>
              <a:t>      2048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99.51265046589998,</a:t>
            </a:r>
          </a:p>
          <a:p>
            <a:r>
              <a:t>    "admission_slo_passed": 192,</a:t>
            </a:r>
          </a:p>
          <a:p>
            <a:r>
              <a:t>    "request_count": 192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"slide": 6,</a:t>
            </a:r>
          </a:p>
          <a:p>
            <a:r>
              <a:t>    "case": "V38",</a:t>
            </a:r>
          </a:p>
          <a:p>
            <a:r>
              <a:t>    "policy": "new_once",</a:t>
            </a:r>
          </a:p>
          <a:p>
            <a:r>
              <a:t>    "profile": [</a:t>
            </a:r>
          </a:p>
          <a:p>
            <a:r>
              <a:t>      192,</a:t>
            </a:r>
          </a:p>
          <a:p>
            <a:r>
              <a:t>      2048</a:t>
            </a:r>
          </a:p>
          <a:p>
            <a:r>
              <a:t>    ],</a:t>
            </a:r>
          </a:p>
          <a:p>
            <a:r>
              <a:t>    "metric": "full_cohort_compute_fraction_percent",</a:t>
            </a:r>
          </a:p>
          <a:p>
            <a:r>
              <a:t>    "value": 99.17326242904396,</a:t>
            </a:r>
          </a:p>
          <a:p>
            <a:r>
              <a:t>    "admission_slo_passed": 192,</a:t>
            </a:r>
          </a:p>
          <a:p>
            <a:r>
              <a:t>    "request_count": 192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混合请求下的 QoS 策略对比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32 NPU / 8 SSU，单盘 40 GiB/s，状态采集周期 5 ms；每张卡输入多种请求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18488"/>
            <a:ext cx="13441680" cy="71323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801368"/>
            <a:ext cx="233172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0128" y="1801368"/>
            <a:ext cx="347472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主要能力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687068"/>
            <a:ext cx="356616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22222"/>
                </a:solidFill>
                <a:latin typeface="Noto Sans CJK SC"/>
                <a:ea typeface="Noto Sans CJK SC"/>
              </a:rPr>
              <a:t>外推短流混合 · E72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048256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利用率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48256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SLO 达标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87068"/>
            <a:ext cx="356616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22222"/>
                </a:solidFill>
                <a:latin typeface="Noto Sans CJK SC"/>
                <a:ea typeface="Noto Sans CJK SC"/>
              </a:rPr>
              <a:t>原始参数混合 · V38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2048256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利用率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9" y="2048256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SLO 达标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404872"/>
            <a:ext cx="2386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固定单路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97479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Baseline / 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514600"/>
            <a:ext cx="348386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每盘读取固定进入 Path0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6887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80.29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6887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82.73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246887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96.23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9" y="246887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83.29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92150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999232"/>
            <a:ext cx="2386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压力感知选路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291839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Once / 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3008375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根据 QoS Path 的 I/O 压力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264408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为每一层选择路径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06323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90.68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06323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306323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96.36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9" y="306323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91.24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51586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3593591"/>
            <a:ext cx="2386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预留感知选路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886200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New Once / fixed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602735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在 Once 基础上，计入全局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3858768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已安排但未完成的 I/O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65759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91.62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65759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80" y="365759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97.68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59" y="3657599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96.06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11022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4187952"/>
            <a:ext cx="2386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全局客户端调度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480560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策略 1 /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0128" y="4197096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选择 NPU，并控制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0128" y="4453128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I/O 下发时机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25196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93.48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25196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99.80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425196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95.68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52959" y="425196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96.60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70458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4782312"/>
            <a:ext cx="2386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盘内协同调度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074920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策略 2 /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8" y="4791456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增加盘内 I/O 调度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0128" y="5047488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保留原生 QoS 约束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84632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92.85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84632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99.79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9880" y="484632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95.09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52959" y="484632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97.08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529894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5376672"/>
            <a:ext cx="2386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跨盘协同调度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5669280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策略 3 / pipeline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10128" y="5385816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结合各盘同层读取进度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0128" y="5641848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协调 I/O 优先级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544068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93.98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44068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99.79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69880" y="544068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94.94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52959" y="544068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97.18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89330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" y="5971032"/>
            <a:ext cx="2386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跨盘协同，固定分卡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6263640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策略 3 / fixed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0128" y="5980176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保留输入的 NPU 绑定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10128" y="6236208"/>
            <a:ext cx="3483863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222222"/>
                </a:solidFill>
                <a:latin typeface="Noto Sans CJK SC"/>
                <a:ea typeface="Noto Sans CJK SC"/>
              </a:rPr>
              <a:t>使用策略 3 的 I/O 调度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603504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90.17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603504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99.69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69880" y="603504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97.83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252959" y="6035040"/>
            <a:ext cx="17830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94.77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648766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00400" y="1618488"/>
            <a:ext cx="3657" cy="487375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03720" y="1618488"/>
            <a:ext cx="3657" cy="487375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469880" y="1618488"/>
            <a:ext cx="3657" cy="487375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8" y="6739128"/>
            <a:ext cx="1330452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222222"/>
                </a:solidFill>
                <a:latin typeface="Noto Sans CJK SC"/>
                <a:ea typeface="Noto Sans CJK SC"/>
              </a:rPr>
              <a:t>整机利用率高，仍可能有短请求等待；选路、选卡与整批完成时间需要分别评价。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7333488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注：利用率取 [1,2] 秒内32卡平均；SLO覆盖完整输入，接纳至8层完成 ≤ 1.5 × 纯计算时间，不含接纳前排队。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2648" y="7589519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seed7；E72共18,624条，V38共2,944条。粗体为列内显示最高值。E72含1K外推；V38画像参数来自data。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761720" y="7863840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Noto Sans CJK SC"/>
                <a:ea typeface="Noto Sans CJK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输入一：整机利用率约96%的请求混合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V38，32 NPU / 8 SSU；每卡92条，全局2,944条；各卡配额相同、完整顺序独立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905256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Baseline U1/U2：96.23% / 96.66%     New Once：97.68% / 97.42%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1554480"/>
            <a:ext cx="33832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66666"/>
                </a:solidFill>
                <a:latin typeface="Noto Sans CJK SC"/>
                <a:ea typeface="Noto Sans CJK SC"/>
              </a:rPr>
              <a:t>最热盘平均ρ：97.30%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13441680" cy="56692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39696"/>
            <a:ext cx="243230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序列长度 / NQL · 类别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2139696"/>
            <a:ext cx="147218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每层 C (ms)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2139696"/>
            <a:ext cx="192938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每层读取 (MiB)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2139696"/>
            <a:ext cx="138074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每卡条数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139696"/>
            <a:ext cx="2340863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请求数量占比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2139696"/>
            <a:ext cx="2569463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纯计算时间占比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97480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32K / 128 · 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697480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1.178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697480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43.828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697480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697480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30.43%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2697480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4.32%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159252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36976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48K / 256 · 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236976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2.669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236976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65.656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236976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3236976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30.43%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6848" y="3236976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9.79%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69874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776472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64K / 512 · SL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3776472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6.386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776472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87.312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3776472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776472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30.43%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6848" y="3776472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23.43%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238244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315968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1024 · 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4315968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34.101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4315968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262.625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4315968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4315968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2.17%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6848" y="4315968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8.94%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777740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4855464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2048 · 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4855464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68.056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7488" y="4855464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261.250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4855464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4855464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6.52%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56848" y="4855464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53.51%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317236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6120" y="2057400"/>
            <a:ext cx="3657" cy="326440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37760" y="2057400"/>
            <a:ext cx="3657" cy="326440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86600" y="2057400"/>
            <a:ext cx="3657" cy="326440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86800" y="2057400"/>
            <a:ext cx="3657" cy="326440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7120" y="2057400"/>
            <a:ext cx="3657" cy="326440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" y="5504688"/>
            <a:ext cx="133502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每卡28+28+28条较短请求、2+6条长请求；192K两类合计占62.45%的纯计算时间。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595274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22222"/>
                </a:solidFill>
                <a:latin typeface="Noto Sans CJK SC"/>
                <a:ea typeface="Noto Sans CJK SC"/>
              </a:rPr>
              <a:t>完整输入的纯计算时间构成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6364224"/>
            <a:ext cx="581038" cy="329184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5398" y="6364224"/>
            <a:ext cx="1316219" cy="329184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5398" y="6382512"/>
            <a:ext cx="1316219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222222"/>
                </a:solidFill>
                <a:latin typeface="DejaVu Sans"/>
                <a:ea typeface="Noto Sans CJK SC"/>
              </a:rPr>
              <a:t>9.8%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91618" y="6364224"/>
            <a:ext cx="3150011" cy="329184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1618" y="6382512"/>
            <a:ext cx="3150011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222222"/>
                </a:solidFill>
                <a:latin typeface="DejaVu Sans"/>
                <a:ea typeface="Noto Sans CJK SC"/>
              </a:rPr>
              <a:t>23.4%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41629" y="6364224"/>
            <a:ext cx="1201396" cy="329184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41629" y="6382512"/>
            <a:ext cx="1201396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222222"/>
                </a:solidFill>
                <a:latin typeface="DejaVu Sans"/>
                <a:ea typeface="Noto Sans CJK SC"/>
              </a:rPr>
              <a:t>8.9%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43026" y="6364224"/>
            <a:ext cx="7193013" cy="329184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43026" y="6382512"/>
            <a:ext cx="7193013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FFFFFF"/>
                </a:solidFill>
                <a:latin typeface="DejaVu Sans"/>
                <a:ea typeface="Noto Sans CJK SC"/>
              </a:rPr>
              <a:t>53.5%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" y="6848856"/>
            <a:ext cx="118872" cy="118872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" y="6775704"/>
            <a:ext cx="245059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32K / 128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0128" y="6848856"/>
            <a:ext cx="118872" cy="118872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02152" y="6775704"/>
            <a:ext cx="245059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48K / 256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98464" y="6848856"/>
            <a:ext cx="118872" cy="118872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90488" y="6775704"/>
            <a:ext cx="245059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64K / 512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0" y="6848856"/>
            <a:ext cx="118872" cy="118872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78824" y="6775704"/>
            <a:ext cx="245059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192K / 1024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375136" y="6848856"/>
            <a:ext cx="118872" cy="118872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567160" y="6775704"/>
            <a:ext cx="245059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192K / 2048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" y="7333488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K=1024 token；NQL为本次新增query token数。C为每层纯计算时间；读取量为SSD→HBM的跨盘合计。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7589519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每请求8层、batch=1；所有请求t=0到达。五种画像均取原data；无C缩放、无尾块补齐。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761720" y="7863840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Noto Sans CJK SC"/>
                <a:ea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输入二：整机利用率约80%的请求混合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E72，32 NPU / 8 SSU；每卡582条，全局18,624条；各卡配额相同、完整顺序独立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905256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Baseline U1/U2：80.29% / 82.72%     New Once：91.62% / 93.80%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1554480"/>
            <a:ext cx="33832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66666"/>
                </a:solidFill>
                <a:latin typeface="Noto Sans CJK SC"/>
                <a:ea typeface="Noto Sans CJK SC"/>
              </a:rPr>
              <a:t>最热盘平均ρ：93.54%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13441680" cy="56692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39696"/>
            <a:ext cx="243230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序列长度 / NQL · 类别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2139696"/>
            <a:ext cx="147218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每层 C (ms)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2139696"/>
            <a:ext cx="192938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每层读取 (MiB)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2139696"/>
            <a:ext cx="138074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每卡条数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139696"/>
            <a:ext cx="2340863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请求数量占比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2139696"/>
            <a:ext cx="2569463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 lang="zh-CN">
                <a:solidFill>
                  <a:srgbClr val="222222"/>
                </a:solidFill>
                <a:latin typeface="Noto Sans CJK SC"/>
                <a:ea typeface="Noto Sans CJK SC"/>
              </a:rPr>
              <a:t>纯计算时间占比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97480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1K / 128 · 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697480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0.528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697480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1.203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697480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697480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32.30%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2697480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17.84%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159252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36976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1K / 256 · 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236976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0.697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236976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1.031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236976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3236976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32.30%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6848" y="3236976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23.57%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69874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776472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1K / 384 · 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3776472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0.899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776472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0.859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3776472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776472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32.30%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6848" y="3776472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30.40%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238244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315968"/>
            <a:ext cx="243230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256 · 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4315968"/>
            <a:ext cx="14721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8.708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4315968"/>
            <a:ext cx="192938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263.656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4315968"/>
            <a:ext cx="1380744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4315968"/>
            <a:ext cx="23408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3.09%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6848" y="4315968"/>
            <a:ext cx="2569463" cy="3931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28.18%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777740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6120" y="2057400"/>
            <a:ext cx="3657" cy="27249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7760" y="2057400"/>
            <a:ext cx="3657" cy="27249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86600" y="2057400"/>
            <a:ext cx="3657" cy="27249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86800" y="2057400"/>
            <a:ext cx="3657" cy="27249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0" y="2057400"/>
            <a:ext cx="3657" cy="27249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5504688"/>
            <a:ext cx="133502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每卡188+188+188条低读取量短请求、18条大读取请求；三短画像占71.82%的纯计算时间。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595274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22222"/>
                </a:solidFill>
                <a:latin typeface="Noto Sans CJK SC"/>
                <a:ea typeface="Noto Sans CJK SC"/>
              </a:rPr>
              <a:t>完整输入的纯计算时间构成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364224"/>
            <a:ext cx="2398596" cy="329184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382512"/>
            <a:ext cx="2398596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222222"/>
                </a:solidFill>
                <a:latin typeface="DejaVu Sans"/>
                <a:ea typeface="Noto Sans CJK SC"/>
              </a:rPr>
              <a:t>17.8%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92956" y="6364224"/>
            <a:ext cx="3167991" cy="329184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2956" y="6382512"/>
            <a:ext cx="3167991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222222"/>
                </a:solidFill>
                <a:latin typeface="DejaVu Sans"/>
                <a:ea typeface="Noto Sans CJK SC"/>
              </a:rPr>
              <a:t>23.6%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0948" y="6364224"/>
            <a:ext cx="4086745" cy="329184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0948" y="6382512"/>
            <a:ext cx="4086745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222222"/>
                </a:solidFill>
                <a:latin typeface="DejaVu Sans"/>
                <a:ea typeface="Noto Sans CJK SC"/>
              </a:rPr>
              <a:t>30.4%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694" y="6364224"/>
            <a:ext cx="3788345" cy="329184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47694" y="6382512"/>
            <a:ext cx="3788345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222222"/>
                </a:solidFill>
                <a:latin typeface="DejaVu Sans"/>
                <a:ea typeface="Noto Sans CJK SC"/>
              </a:rPr>
              <a:t>28.2%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" y="6848856"/>
            <a:ext cx="118872" cy="118872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" y="6775704"/>
            <a:ext cx="3122676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1K / 128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82211" y="6848856"/>
            <a:ext cx="118872" cy="118872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74235" y="6775704"/>
            <a:ext cx="3122676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1K / 256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42631" y="6848856"/>
            <a:ext cx="118872" cy="118872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34656" y="6775704"/>
            <a:ext cx="3122676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1K / 384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03051" y="6848856"/>
            <a:ext cx="118872" cy="118872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95076" y="6775704"/>
            <a:ext cx="3122676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192K / 256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7333488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K=1024 token；NQL为本次新增query token数。C为每层纯计算时间；读取量为SSD→HBM的跨盘合计。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7589519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每请求8层、batch=1；所有请求t=0到达。三个1K画像使用外推，NQL384还含插值；192K画像取原data，无C缩放。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61720" y="7863840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Noto Sans CJK SC"/>
                <a:ea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32 NPU / 6 SSU：较低利用率对应什么输入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两组不同请求配额；每组都在自己的冻结输入上比较Baseline与New Once，seed7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644652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Noto Sans CJK SC"/>
                <a:ea typeface="Noto Sans CJK SC"/>
              </a:rPr>
              <a:t>A：三种外推短流 + 一种长流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Baseline U1/U2：74.53% / 80.11%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04872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007D78"/>
                </a:solidFill>
                <a:latin typeface="Noto Sans CJK SC"/>
                <a:ea typeface="Noto Sans CJK SC"/>
              </a:rPr>
              <a:t>New Once U1/U2：91.89% / 97.61%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916936"/>
            <a:ext cx="6446520" cy="48463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999232"/>
            <a:ext cx="2615184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222222"/>
                </a:solidFill>
                <a:latin typeface="Noto Sans CJK SC"/>
                <a:ea typeface="Noto Sans CJK SC"/>
              </a:rPr>
              <a:t>序列长度 / NQL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2999232"/>
            <a:ext cx="1335024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每卡条数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999232"/>
            <a:ext cx="1837943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222222"/>
                </a:solidFill>
                <a:latin typeface="Noto Sans CJK SC"/>
                <a:ea typeface="Noto Sans CJK SC"/>
              </a:rPr>
              <a:t>C时间占比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474720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1K / 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474720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3474720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19.84%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35907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13631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1K / 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913631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3913631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26.21%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274820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352544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1K / 384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4352544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4352544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33.81%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713732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791456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791456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4791456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20.14%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152644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2916936"/>
            <a:ext cx="3657" cy="22402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80" y="2916936"/>
            <a:ext cx="3657" cy="22402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833872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每卡597条；全局19,104条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254496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66666"/>
                </a:solidFill>
                <a:latin typeface="Noto Sans CJK SC"/>
                <a:ea typeface="Noto Sans CJK SC"/>
              </a:rPr>
              <a:t>最热盘平均ρ 95.20%；短组C占比 79.86%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1600200"/>
            <a:ext cx="644652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Noto Sans CJK SC"/>
                <a:ea typeface="Noto Sans CJK SC"/>
              </a:rPr>
              <a:t>B：三种原始参数短流 + 两种长流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057400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Baseline U1/U2：95.72% / 96.25%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404872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007D78"/>
                </a:solidFill>
                <a:latin typeface="Noto Sans CJK SC"/>
                <a:ea typeface="Noto Sans CJK SC"/>
              </a:rPr>
              <a:t>New Once U1/U2：98.41% / 96.68%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916936"/>
            <a:ext cx="6446520" cy="48463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2999232"/>
            <a:ext cx="2615184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222222"/>
                </a:solidFill>
                <a:latin typeface="Noto Sans CJK SC"/>
                <a:ea typeface="Noto Sans CJK SC"/>
              </a:rPr>
              <a:t>序列长度 / NQL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33888" y="2999232"/>
            <a:ext cx="1335024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每卡条数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88367" y="2999232"/>
            <a:ext cx="1837943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222222"/>
                </a:solidFill>
                <a:latin typeface="Noto Sans CJK SC"/>
                <a:ea typeface="Noto Sans CJK SC"/>
              </a:rPr>
              <a:t>C时间占比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3474720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32K / 128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33888" y="3474720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88367" y="3474720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2.36%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3835907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3913631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48K / 256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3888" y="3913631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88367" y="3913631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5.34%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4274820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248" y="4352544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64K / 512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33888" y="4352544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88367" y="4352544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12.79%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4713732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99248" y="4791456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1024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33888" y="4791456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88367" y="4791456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11.38%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0" y="5152644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99248" y="5230368"/>
            <a:ext cx="261518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2048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33888" y="5230368"/>
            <a:ext cx="1335024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88367" y="5230368"/>
            <a:ext cx="1837943" cy="2926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DejaVu Sans"/>
                <a:ea typeface="Noto Sans CJK SC"/>
              </a:rPr>
              <a:t>68.13%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5591555"/>
            <a:ext cx="644652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424160" y="2916936"/>
            <a:ext cx="3657" cy="2679191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978640" y="2916936"/>
            <a:ext cx="3657" cy="2679191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9520" y="5833872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每卡66条；全局2,112条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6254496"/>
            <a:ext cx="6446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66666"/>
                </a:solidFill>
                <a:latin typeface="Noto Sans CJK SC"/>
                <a:ea typeface="Noto Sans CJK SC"/>
              </a:rPr>
              <a:t>最热盘平均ρ 96.88%；短组C占比 20.49%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" y="6784848"/>
            <a:ext cx="133502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222222"/>
                </a:solidFill>
                <a:latin typeface="Noto Sans CJK SC"/>
                <a:ea typeface="Noto Sans CJK SC"/>
              </a:rPr>
              <a:t>A的短请求占据更多计算时间，Baseline整体损失更明显；B仍需逐类查看短请求等待。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7333488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U1=[1,2]秒，U2=[2,3]秒；全部32卡全窗active。每盘40GiB/s、每卡接收50GiB/s；平均ρ不保证层期限可满足。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7589519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A对应8盘E80的同人口对照，区别于前页E72。B在8盘V38基础上重新配额；两者都无C缩放。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61720" y="7863840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Noto Sans CJK SC"/>
                <a:ea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每张NPU究竟收到什么顺序的请求？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V38：每张卡92条，下图绘制全部2,944条输入请求；每格等宽表示一条请求的位置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618488"/>
            <a:ext cx="146304" cy="146304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54480"/>
            <a:ext cx="239572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222222"/>
                </a:solidFill>
                <a:latin typeface="Noto Sans CJK SC"/>
                <a:ea typeface="Noto Sans CJK SC"/>
              </a:rPr>
              <a:t>32K / 128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0128" y="1618488"/>
            <a:ext cx="146304" cy="146304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554480"/>
            <a:ext cx="239572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222222"/>
                </a:solidFill>
                <a:latin typeface="Noto Sans CJK SC"/>
                <a:ea typeface="Noto Sans CJK SC"/>
              </a:rPr>
              <a:t>48K / 256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98464" y="1618488"/>
            <a:ext cx="146304" cy="146304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1554480"/>
            <a:ext cx="239572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222222"/>
                </a:solidFill>
                <a:latin typeface="Noto Sans CJK SC"/>
                <a:ea typeface="Noto Sans CJK SC"/>
              </a:rPr>
              <a:t>64K / 512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18488"/>
            <a:ext cx="146304" cy="146304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554480"/>
            <a:ext cx="239572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1024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75136" y="1618488"/>
            <a:ext cx="146304" cy="146304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03736" y="1554480"/>
            <a:ext cx="239572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2048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929384"/>
            <a:ext cx="566928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66666"/>
                </a:solidFill>
                <a:latin typeface="Noto Sans CJK SC"/>
                <a:ea typeface="Noto Sans CJK SC"/>
              </a:rPr>
              <a:t>NPU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4236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672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6156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6640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7125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7609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93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8578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79062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69546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47643" y="19476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DejaVu Sans"/>
                <a:ea typeface="Noto Sans CJK SC"/>
              </a:rPr>
              <a:t>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2267712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3584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82632" y="226771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1680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60729" y="226771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99777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8826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77874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16923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55971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95019" y="226771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34068" y="2267712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73116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12165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51213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90262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29310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68358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07407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46455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85504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24552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63601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02649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41698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80746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19794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58843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97891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36940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75988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5037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54085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93133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32182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71230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10279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49327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88376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27424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666472" y="2267712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05521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44569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83618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222666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61715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00763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39812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78860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17908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56957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96005" y="226771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35054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474102" y="226771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613151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52199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91247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30296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69344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08393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447441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86490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25538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864586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03635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142683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281732" y="226771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420780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59829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698877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837926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976974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116022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255071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394119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533168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672216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811265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950313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2089361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2228410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367458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506507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645555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784604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2923652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3062700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3201749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3340797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3479846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3618894" y="226771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3757943" y="226771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3896991" y="226771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6656" y="2383840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243584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382632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521680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660729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799777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938826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077874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216923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355971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495019" y="238384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34068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773116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912165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051213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190262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329310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468358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607407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746455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885504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024552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163601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302649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441698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580746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719794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858843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997891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136940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275988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415037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554085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693133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32182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71230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10279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49327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88376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424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66472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805521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944569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083618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222666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361715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500763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639812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778860" y="238384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917908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056957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196005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335054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474102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613151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752199" y="238384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891247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0296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169344" y="238384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308393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447441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586490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725538" y="238384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864586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003635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142683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281732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420780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0559829" y="238384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698877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837926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976974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1116022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1255071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394119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1533168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672216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1811265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1950313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2089361" y="238384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2228410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2367458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2506507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2645555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2784604" y="238384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2923652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3062700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3201749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3340797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3479846" y="238384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3618894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3757943" y="238384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3896991" y="238384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76656" y="2499969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02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243584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382632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521680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660729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799777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938826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077874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216923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355971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2495019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2634068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2773116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2912165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051213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190262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329310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3468358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3607407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3746455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3885504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024552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163601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302649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441698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580746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719794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858843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997891" y="249996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136940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275988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415037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554085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693133" y="249996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832182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971230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110279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249327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388376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6527424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666472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805521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6944569" y="2499969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083618" y="2499969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222666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361715" y="249996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500763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639812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7778860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917908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056957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196005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8335054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474102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613151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8752199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891247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030296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169344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308393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447441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586490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725538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4586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0003635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0142683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281732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420780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559829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698877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837926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976974" y="249996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1116022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1255071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1394119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1533168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1672216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1811265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1950313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2089361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2228410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2367458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2506507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2645555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2784604" y="249996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2923652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3062700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3201749" y="249996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3340797" y="249996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3479846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3618894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3757943" y="249996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3896991" y="249996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76656" y="2616098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03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243584" y="261609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382632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521680" y="261609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660729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799777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938826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2077874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2216923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2355971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2495019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2634068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773116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2912165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3051213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3190262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3329310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3468358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607407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3746455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885504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4024552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4163601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4302649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4441698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4580746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4719794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4858843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4997891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5136940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5275988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5415037" y="261609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5554085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5693133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5832182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971230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110279" y="261609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6249327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6388376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6527424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6666472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6805521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6944569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7083618" y="261609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7222666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7361715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500763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7639812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7778860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7917908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8056957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8196005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8335054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8474102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8613151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8752199" y="261609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8891247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9030296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9169344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308393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9447441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586490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725538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864586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003635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142683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281732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420780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9829" y="261609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698877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837926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976974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1116022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1255071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1394119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1533168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1672216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1811265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1950313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2089361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2228410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367458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2506507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2645555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2784604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2923652" y="261609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3062700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3201749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3340797" y="261609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3479846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3618894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3757943" y="261609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3896991" y="261609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676656" y="2732227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04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243584" y="273222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382632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521680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660729" y="273222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799777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938826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2077874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2216923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2355971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2495019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2634068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2773116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2912165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3051213" y="273222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3190262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3329310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3468358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3607407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3746455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3885504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4024552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4163601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4302649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4441698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4580746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4719794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4858843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4997891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5136940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5275988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5415037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5554085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5693133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5832182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5971230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6110279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6249327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6388376" y="273222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6527424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6666472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6805521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6944569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7083618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7222666" y="2732227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7361715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7500763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7639812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7778860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7917908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8056957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8196005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8335054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8474102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8613151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8752199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8891247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9030296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9169344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9308393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9447441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9586490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9725538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9864586" y="273222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0003635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0142683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0281732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0420780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0559829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0698877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0837926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0976974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116022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255071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94119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533168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672216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811265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950313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2089361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2228410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2367458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2506507" y="273222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2645555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2784604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2923652" y="2732227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3062700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3201749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3340797" y="273222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3479846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3618894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3757943" y="273222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3896991" y="273222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676656" y="2848356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05</a:t>
            </a:r>
          </a:p>
        </p:txBody>
      </p:sp>
      <p:sp>
        <p:nvSpPr>
          <p:cNvPr id="492" name="Rectangle 491"/>
          <p:cNvSpPr/>
          <p:nvPr/>
        </p:nvSpPr>
        <p:spPr>
          <a:xfrm>
            <a:off x="1243584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1382632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1521680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1660729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1799777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1938826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2077874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2216923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2355971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2495019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2634068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2773116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2912165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3051213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3190262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3329310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3468358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3607407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3746455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3885504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4024552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4163601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4302649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4441698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4580746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4719794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4858843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4997891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5136940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5275988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5415037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5554085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5693133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5832182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5971230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6110279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6249327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388376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6527424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6666472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6805521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6944569" y="284835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7083618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7222666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7361715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7500763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7639812" y="284835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7778860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7917908" y="284835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056957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8196005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8335054" y="284835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8474102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8613151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8752199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8891247" y="284835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9030296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9169344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9308393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9447441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9586490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9725538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9864586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0003635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10142683" y="284835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10281732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10420780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10559829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10698877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10837926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10976974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11116022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11255071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1394119" y="284835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11533168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11672216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11811265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11950313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2089361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12228410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12367458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12506507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12645555" y="284835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12784604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12923652" y="284835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13062700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13201749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13340797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13479846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13618894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13757943" y="284835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13896991" y="284835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676656" y="2964484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06</a:t>
            </a:r>
          </a:p>
        </p:txBody>
      </p:sp>
      <p:sp>
        <p:nvSpPr>
          <p:cNvPr id="585" name="Rectangle 584"/>
          <p:cNvSpPr/>
          <p:nvPr/>
        </p:nvSpPr>
        <p:spPr>
          <a:xfrm>
            <a:off x="1243584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1382632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1521680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1660729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1799777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1938826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2077874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2216923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2355971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2495019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2634068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2773116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2912165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3051213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3190262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3329310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3468358" y="296448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3607407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3746455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3885504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4024552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4163601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4302649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4441698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4580746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4719794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4858843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4997891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5136940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5275988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5415037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5554085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5693133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5832182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5971230" y="296448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6110279" y="296448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6249327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6388376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6527424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6666472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6805521" y="296448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6944569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7083618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7222666" y="296448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7361715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7500763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7639812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7778860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7917908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8056957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8196005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8335054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8474102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8613151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8752199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8891247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9030296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9169344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9308393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9447441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9586490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9725538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9864586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10003635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10142683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10281732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0420780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10559829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10698877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10837926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10976974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11116022" y="296448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11255071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11394119" y="296448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11533168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11672216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11811265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11950313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12089361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12228410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12367458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12506507" y="296448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12645555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2784604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12923652" y="296448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13062700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13201749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13340797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13479846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13618894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13757943" y="296448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13896991" y="296448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676656" y="3080613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07</a:t>
            </a:r>
          </a:p>
        </p:txBody>
      </p:sp>
      <p:sp>
        <p:nvSpPr>
          <p:cNvPr id="678" name="Rectangle 677"/>
          <p:cNvSpPr/>
          <p:nvPr/>
        </p:nvSpPr>
        <p:spPr>
          <a:xfrm>
            <a:off x="1243584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1382632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1521680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1660729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1799777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1938826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2077874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2216923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2355971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2495019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2634068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2773116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2912165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3051213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3190262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3329310" y="3080613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3468358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3607407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3746455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3885504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4024552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4163601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4302649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4441698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4580746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4719794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4858843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4997891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5136940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5275988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5415037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5554085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5693133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5832182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5971230" y="308061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6110279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6249327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6388376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6527424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6666472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6805521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6944569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7083618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7222666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7361715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7500763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7639812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7778860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7917908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8056957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8196005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8335054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8474102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8613151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8752199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8891247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9030296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9169344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9308393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9447441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9586490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9725538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9864586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10003635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10142683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10281732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10420780" y="308061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10559829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10698877" y="308061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10837926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10976974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11116022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11255071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11394119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11533168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11672216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11811265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11950313" y="308061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12089361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12228410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12367458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12506507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12645555" y="308061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12784604" y="308061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12923652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13062700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13201749" y="308061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13340797" y="3080613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13479846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13618894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13757943" y="308061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13896991" y="308061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676656" y="3196742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08</a:t>
            </a:r>
          </a:p>
        </p:txBody>
      </p:sp>
      <p:sp>
        <p:nvSpPr>
          <p:cNvPr id="771" name="Rectangle 770"/>
          <p:cNvSpPr/>
          <p:nvPr/>
        </p:nvSpPr>
        <p:spPr>
          <a:xfrm>
            <a:off x="1243584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1382632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1521680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660729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1799777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1938826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2077874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2216923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2355971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2495019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2634068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2773116" y="3196742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2912165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3051213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3190262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3329310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3468358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3607407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3746455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3885504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4024552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4163601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4302649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4441698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4580746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4719794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4858843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4997891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5136940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5275988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5415037" y="319674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5554085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5693133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5832182" y="319674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5971230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6110279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6249327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6388376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6527424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6666472" y="3196742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6805521" y="319674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6944569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7083618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7222666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7361715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7500763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7639812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7778860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7917908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8056957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8196005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8335054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8474102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8613151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8752199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8891247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9030296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9169344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9308393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9447441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9586490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9725538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9864586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10003635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10142683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10281732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10420780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10559829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10698877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10837926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10976974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11116022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11255071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4" name="Rectangle 843"/>
          <p:cNvSpPr/>
          <p:nvPr/>
        </p:nvSpPr>
        <p:spPr>
          <a:xfrm>
            <a:off x="11394119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5" name="Rectangle 844"/>
          <p:cNvSpPr/>
          <p:nvPr/>
        </p:nvSpPr>
        <p:spPr>
          <a:xfrm>
            <a:off x="11533168" y="319674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6" name="Rectangle 845"/>
          <p:cNvSpPr/>
          <p:nvPr/>
        </p:nvSpPr>
        <p:spPr>
          <a:xfrm>
            <a:off x="11672216" y="319674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7" name="Rectangle 846"/>
          <p:cNvSpPr/>
          <p:nvPr/>
        </p:nvSpPr>
        <p:spPr>
          <a:xfrm>
            <a:off x="11811265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8" name="Rectangle 847"/>
          <p:cNvSpPr/>
          <p:nvPr/>
        </p:nvSpPr>
        <p:spPr>
          <a:xfrm>
            <a:off x="11950313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9" name="Rectangle 848"/>
          <p:cNvSpPr/>
          <p:nvPr/>
        </p:nvSpPr>
        <p:spPr>
          <a:xfrm>
            <a:off x="12089361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0" name="Rectangle 849"/>
          <p:cNvSpPr/>
          <p:nvPr/>
        </p:nvSpPr>
        <p:spPr>
          <a:xfrm>
            <a:off x="12228410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1" name="Rectangle 850"/>
          <p:cNvSpPr/>
          <p:nvPr/>
        </p:nvSpPr>
        <p:spPr>
          <a:xfrm>
            <a:off x="12367458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2" name="Rectangle 851"/>
          <p:cNvSpPr/>
          <p:nvPr/>
        </p:nvSpPr>
        <p:spPr>
          <a:xfrm>
            <a:off x="12506507" y="319674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3" name="Rectangle 852"/>
          <p:cNvSpPr/>
          <p:nvPr/>
        </p:nvSpPr>
        <p:spPr>
          <a:xfrm>
            <a:off x="12645555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4" name="Rectangle 853"/>
          <p:cNvSpPr/>
          <p:nvPr/>
        </p:nvSpPr>
        <p:spPr>
          <a:xfrm>
            <a:off x="12784604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5" name="Rectangle 854"/>
          <p:cNvSpPr/>
          <p:nvPr/>
        </p:nvSpPr>
        <p:spPr>
          <a:xfrm>
            <a:off x="12923652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6" name="Rectangle 855"/>
          <p:cNvSpPr/>
          <p:nvPr/>
        </p:nvSpPr>
        <p:spPr>
          <a:xfrm>
            <a:off x="13062700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7" name="Rectangle 856"/>
          <p:cNvSpPr/>
          <p:nvPr/>
        </p:nvSpPr>
        <p:spPr>
          <a:xfrm>
            <a:off x="13201749" y="319674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8" name="Rectangle 857"/>
          <p:cNvSpPr/>
          <p:nvPr/>
        </p:nvSpPr>
        <p:spPr>
          <a:xfrm>
            <a:off x="13340797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9" name="Rectangle 858"/>
          <p:cNvSpPr/>
          <p:nvPr/>
        </p:nvSpPr>
        <p:spPr>
          <a:xfrm>
            <a:off x="13479846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0" name="Rectangle 859"/>
          <p:cNvSpPr/>
          <p:nvPr/>
        </p:nvSpPr>
        <p:spPr>
          <a:xfrm>
            <a:off x="13618894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1" name="Rectangle 860"/>
          <p:cNvSpPr/>
          <p:nvPr/>
        </p:nvSpPr>
        <p:spPr>
          <a:xfrm>
            <a:off x="13757943" y="319674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2" name="Rectangle 861"/>
          <p:cNvSpPr/>
          <p:nvPr/>
        </p:nvSpPr>
        <p:spPr>
          <a:xfrm>
            <a:off x="13896991" y="319674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676656" y="3312871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09</a:t>
            </a:r>
          </a:p>
        </p:txBody>
      </p:sp>
      <p:sp>
        <p:nvSpPr>
          <p:cNvPr id="864" name="Rectangle 863"/>
          <p:cNvSpPr/>
          <p:nvPr/>
        </p:nvSpPr>
        <p:spPr>
          <a:xfrm>
            <a:off x="1243584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1382632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1521680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1660729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1799777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1938826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2077874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2216923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2355971" y="3312871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2495019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2634068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2773116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2912165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3051213" y="331287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3190262" y="331287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3329310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3468358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3607407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3746455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3885504" y="331287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4024552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4163601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4302649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4441698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4580746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4719794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4858843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4997891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5136940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5275988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5415037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5554085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5693133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5832182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5971230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6110279" y="331287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6249327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6388376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6527424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6666472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6805521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6944569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7083618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7222666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7361715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7500763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7639812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7778860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7917908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8056957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8196005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8335054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8474102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8613151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Rectangle 917"/>
          <p:cNvSpPr/>
          <p:nvPr/>
        </p:nvSpPr>
        <p:spPr>
          <a:xfrm>
            <a:off x="8752199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Rectangle 918"/>
          <p:cNvSpPr/>
          <p:nvPr/>
        </p:nvSpPr>
        <p:spPr>
          <a:xfrm>
            <a:off x="8891247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Rectangle 919"/>
          <p:cNvSpPr/>
          <p:nvPr/>
        </p:nvSpPr>
        <p:spPr>
          <a:xfrm>
            <a:off x="9030296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9169344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2" name="Rectangle 921"/>
          <p:cNvSpPr/>
          <p:nvPr/>
        </p:nvSpPr>
        <p:spPr>
          <a:xfrm>
            <a:off x="9308393" y="3312871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3" name="Rectangle 922"/>
          <p:cNvSpPr/>
          <p:nvPr/>
        </p:nvSpPr>
        <p:spPr>
          <a:xfrm>
            <a:off x="9447441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4" name="Rectangle 923"/>
          <p:cNvSpPr/>
          <p:nvPr/>
        </p:nvSpPr>
        <p:spPr>
          <a:xfrm>
            <a:off x="9586490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5" name="Rectangle 924"/>
          <p:cNvSpPr/>
          <p:nvPr/>
        </p:nvSpPr>
        <p:spPr>
          <a:xfrm>
            <a:off x="9725538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6" name="Rectangle 925"/>
          <p:cNvSpPr/>
          <p:nvPr/>
        </p:nvSpPr>
        <p:spPr>
          <a:xfrm>
            <a:off x="9864586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7" name="Rectangle 926"/>
          <p:cNvSpPr/>
          <p:nvPr/>
        </p:nvSpPr>
        <p:spPr>
          <a:xfrm>
            <a:off x="10003635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8" name="Rectangle 927"/>
          <p:cNvSpPr/>
          <p:nvPr/>
        </p:nvSpPr>
        <p:spPr>
          <a:xfrm>
            <a:off x="10142683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9" name="Rectangle 928"/>
          <p:cNvSpPr/>
          <p:nvPr/>
        </p:nvSpPr>
        <p:spPr>
          <a:xfrm>
            <a:off x="10281732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0" name="Rectangle 929"/>
          <p:cNvSpPr/>
          <p:nvPr/>
        </p:nvSpPr>
        <p:spPr>
          <a:xfrm>
            <a:off x="10420780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10559829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10698877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3" name="Rectangle 932"/>
          <p:cNvSpPr/>
          <p:nvPr/>
        </p:nvSpPr>
        <p:spPr>
          <a:xfrm>
            <a:off x="10837926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4" name="Rectangle 933"/>
          <p:cNvSpPr/>
          <p:nvPr/>
        </p:nvSpPr>
        <p:spPr>
          <a:xfrm>
            <a:off x="10976974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5" name="Rectangle 934"/>
          <p:cNvSpPr/>
          <p:nvPr/>
        </p:nvSpPr>
        <p:spPr>
          <a:xfrm>
            <a:off x="11116022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6" name="Rectangle 935"/>
          <p:cNvSpPr/>
          <p:nvPr/>
        </p:nvSpPr>
        <p:spPr>
          <a:xfrm>
            <a:off x="11255071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7" name="Rectangle 936"/>
          <p:cNvSpPr/>
          <p:nvPr/>
        </p:nvSpPr>
        <p:spPr>
          <a:xfrm>
            <a:off x="11394119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8" name="Rectangle 937"/>
          <p:cNvSpPr/>
          <p:nvPr/>
        </p:nvSpPr>
        <p:spPr>
          <a:xfrm>
            <a:off x="11533168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9" name="Rectangle 938"/>
          <p:cNvSpPr/>
          <p:nvPr/>
        </p:nvSpPr>
        <p:spPr>
          <a:xfrm>
            <a:off x="11672216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0" name="Rectangle 939"/>
          <p:cNvSpPr/>
          <p:nvPr/>
        </p:nvSpPr>
        <p:spPr>
          <a:xfrm>
            <a:off x="11811265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1" name="Rectangle 940"/>
          <p:cNvSpPr/>
          <p:nvPr/>
        </p:nvSpPr>
        <p:spPr>
          <a:xfrm>
            <a:off x="11950313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2" name="Rectangle 941"/>
          <p:cNvSpPr/>
          <p:nvPr/>
        </p:nvSpPr>
        <p:spPr>
          <a:xfrm>
            <a:off x="12089361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3" name="Rectangle 942"/>
          <p:cNvSpPr/>
          <p:nvPr/>
        </p:nvSpPr>
        <p:spPr>
          <a:xfrm>
            <a:off x="12228410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4" name="Rectangle 943"/>
          <p:cNvSpPr/>
          <p:nvPr/>
        </p:nvSpPr>
        <p:spPr>
          <a:xfrm>
            <a:off x="12367458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12506507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6" name="Rectangle 945"/>
          <p:cNvSpPr/>
          <p:nvPr/>
        </p:nvSpPr>
        <p:spPr>
          <a:xfrm>
            <a:off x="12645555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7" name="Rectangle 946"/>
          <p:cNvSpPr/>
          <p:nvPr/>
        </p:nvSpPr>
        <p:spPr>
          <a:xfrm>
            <a:off x="12784604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12923652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9" name="Rectangle 948"/>
          <p:cNvSpPr/>
          <p:nvPr/>
        </p:nvSpPr>
        <p:spPr>
          <a:xfrm>
            <a:off x="13062700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0" name="Rectangle 949"/>
          <p:cNvSpPr/>
          <p:nvPr/>
        </p:nvSpPr>
        <p:spPr>
          <a:xfrm>
            <a:off x="13201749" y="331287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1" name="Rectangle 950"/>
          <p:cNvSpPr/>
          <p:nvPr/>
        </p:nvSpPr>
        <p:spPr>
          <a:xfrm>
            <a:off x="13340797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2" name="Rectangle 951"/>
          <p:cNvSpPr/>
          <p:nvPr/>
        </p:nvSpPr>
        <p:spPr>
          <a:xfrm>
            <a:off x="13479846" y="331287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3" name="Rectangle 952"/>
          <p:cNvSpPr/>
          <p:nvPr/>
        </p:nvSpPr>
        <p:spPr>
          <a:xfrm>
            <a:off x="13618894" y="331287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13757943" y="331287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13896991" y="331287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6" name="TextBox 955"/>
          <p:cNvSpPr txBox="1"/>
          <p:nvPr/>
        </p:nvSpPr>
        <p:spPr>
          <a:xfrm>
            <a:off x="676656" y="3429000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10</a:t>
            </a:r>
          </a:p>
        </p:txBody>
      </p:sp>
      <p:sp>
        <p:nvSpPr>
          <p:cNvPr id="957" name="Rectangle 956"/>
          <p:cNvSpPr/>
          <p:nvPr/>
        </p:nvSpPr>
        <p:spPr>
          <a:xfrm>
            <a:off x="1243584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1382632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1521680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1660729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1" name="Rectangle 960"/>
          <p:cNvSpPr/>
          <p:nvPr/>
        </p:nvSpPr>
        <p:spPr>
          <a:xfrm>
            <a:off x="1799777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2" name="Rectangle 961"/>
          <p:cNvSpPr/>
          <p:nvPr/>
        </p:nvSpPr>
        <p:spPr>
          <a:xfrm>
            <a:off x="1938826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2077874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2216923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5" name="Rectangle 964"/>
          <p:cNvSpPr/>
          <p:nvPr/>
        </p:nvSpPr>
        <p:spPr>
          <a:xfrm>
            <a:off x="2355971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2495019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7" name="Rectangle 966"/>
          <p:cNvSpPr/>
          <p:nvPr/>
        </p:nvSpPr>
        <p:spPr>
          <a:xfrm>
            <a:off x="2634068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8" name="Rectangle 967"/>
          <p:cNvSpPr/>
          <p:nvPr/>
        </p:nvSpPr>
        <p:spPr>
          <a:xfrm>
            <a:off x="2773116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9" name="Rectangle 968"/>
          <p:cNvSpPr/>
          <p:nvPr/>
        </p:nvSpPr>
        <p:spPr>
          <a:xfrm>
            <a:off x="2912165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0" name="Rectangle 969"/>
          <p:cNvSpPr/>
          <p:nvPr/>
        </p:nvSpPr>
        <p:spPr>
          <a:xfrm>
            <a:off x="3051213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1" name="Rectangle 970"/>
          <p:cNvSpPr/>
          <p:nvPr/>
        </p:nvSpPr>
        <p:spPr>
          <a:xfrm>
            <a:off x="3190262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3329310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3468358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3607407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3746455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3885504" y="342900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7" name="Rectangle 976"/>
          <p:cNvSpPr/>
          <p:nvPr/>
        </p:nvSpPr>
        <p:spPr>
          <a:xfrm>
            <a:off x="4024552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8" name="Rectangle 977"/>
          <p:cNvSpPr/>
          <p:nvPr/>
        </p:nvSpPr>
        <p:spPr>
          <a:xfrm>
            <a:off x="4163601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9" name="Rectangle 978"/>
          <p:cNvSpPr/>
          <p:nvPr/>
        </p:nvSpPr>
        <p:spPr>
          <a:xfrm>
            <a:off x="4302649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0" name="Rectangle 979"/>
          <p:cNvSpPr/>
          <p:nvPr/>
        </p:nvSpPr>
        <p:spPr>
          <a:xfrm>
            <a:off x="4441698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1" name="Rectangle 980"/>
          <p:cNvSpPr/>
          <p:nvPr/>
        </p:nvSpPr>
        <p:spPr>
          <a:xfrm>
            <a:off x="4580746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2" name="Rectangle 981"/>
          <p:cNvSpPr/>
          <p:nvPr/>
        </p:nvSpPr>
        <p:spPr>
          <a:xfrm>
            <a:off x="4719794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3" name="Rectangle 982"/>
          <p:cNvSpPr/>
          <p:nvPr/>
        </p:nvSpPr>
        <p:spPr>
          <a:xfrm>
            <a:off x="4858843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4" name="Rectangle 983"/>
          <p:cNvSpPr/>
          <p:nvPr/>
        </p:nvSpPr>
        <p:spPr>
          <a:xfrm>
            <a:off x="4997891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5" name="Rectangle 984"/>
          <p:cNvSpPr/>
          <p:nvPr/>
        </p:nvSpPr>
        <p:spPr>
          <a:xfrm>
            <a:off x="5136940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6" name="Rectangle 985"/>
          <p:cNvSpPr/>
          <p:nvPr/>
        </p:nvSpPr>
        <p:spPr>
          <a:xfrm>
            <a:off x="5275988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5415037" y="342900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8" name="Rectangle 987"/>
          <p:cNvSpPr/>
          <p:nvPr/>
        </p:nvSpPr>
        <p:spPr>
          <a:xfrm>
            <a:off x="5554085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5693133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5832182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1" name="Rectangle 990"/>
          <p:cNvSpPr/>
          <p:nvPr/>
        </p:nvSpPr>
        <p:spPr>
          <a:xfrm>
            <a:off x="5971230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2" name="Rectangle 991"/>
          <p:cNvSpPr/>
          <p:nvPr/>
        </p:nvSpPr>
        <p:spPr>
          <a:xfrm>
            <a:off x="6110279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3" name="Rectangle 992"/>
          <p:cNvSpPr/>
          <p:nvPr/>
        </p:nvSpPr>
        <p:spPr>
          <a:xfrm>
            <a:off x="6249327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4" name="Rectangle 993"/>
          <p:cNvSpPr/>
          <p:nvPr/>
        </p:nvSpPr>
        <p:spPr>
          <a:xfrm>
            <a:off x="6388376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5" name="Rectangle 994"/>
          <p:cNvSpPr/>
          <p:nvPr/>
        </p:nvSpPr>
        <p:spPr>
          <a:xfrm>
            <a:off x="6527424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6" name="Rectangle 995"/>
          <p:cNvSpPr/>
          <p:nvPr/>
        </p:nvSpPr>
        <p:spPr>
          <a:xfrm>
            <a:off x="6666472" y="342900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7" name="Rectangle 996"/>
          <p:cNvSpPr/>
          <p:nvPr/>
        </p:nvSpPr>
        <p:spPr>
          <a:xfrm>
            <a:off x="6805521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8" name="Rectangle 997"/>
          <p:cNvSpPr/>
          <p:nvPr/>
        </p:nvSpPr>
        <p:spPr>
          <a:xfrm>
            <a:off x="6944569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9" name="Rectangle 998"/>
          <p:cNvSpPr/>
          <p:nvPr/>
        </p:nvSpPr>
        <p:spPr>
          <a:xfrm>
            <a:off x="7083618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0" name="Rectangle 999"/>
          <p:cNvSpPr/>
          <p:nvPr/>
        </p:nvSpPr>
        <p:spPr>
          <a:xfrm>
            <a:off x="7222666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7361715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2" name="Rectangle 1001"/>
          <p:cNvSpPr/>
          <p:nvPr/>
        </p:nvSpPr>
        <p:spPr>
          <a:xfrm>
            <a:off x="7500763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Rectangle 1002"/>
          <p:cNvSpPr/>
          <p:nvPr/>
        </p:nvSpPr>
        <p:spPr>
          <a:xfrm>
            <a:off x="7639812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Rectangle 1003"/>
          <p:cNvSpPr/>
          <p:nvPr/>
        </p:nvSpPr>
        <p:spPr>
          <a:xfrm>
            <a:off x="7778860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7917908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8056957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Rectangle 1006"/>
          <p:cNvSpPr/>
          <p:nvPr/>
        </p:nvSpPr>
        <p:spPr>
          <a:xfrm>
            <a:off x="8196005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8335054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8474102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8613151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8752199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8891247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9030296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9169344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9308393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Rectangle 1015"/>
          <p:cNvSpPr/>
          <p:nvPr/>
        </p:nvSpPr>
        <p:spPr>
          <a:xfrm>
            <a:off x="9447441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Rectangle 1016"/>
          <p:cNvSpPr/>
          <p:nvPr/>
        </p:nvSpPr>
        <p:spPr>
          <a:xfrm>
            <a:off x="9586490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9725538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9864586" y="342900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10003635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10142683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10281732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Rectangle 1022"/>
          <p:cNvSpPr/>
          <p:nvPr/>
        </p:nvSpPr>
        <p:spPr>
          <a:xfrm>
            <a:off x="10420780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Rectangle 1023"/>
          <p:cNvSpPr/>
          <p:nvPr/>
        </p:nvSpPr>
        <p:spPr>
          <a:xfrm>
            <a:off x="10559829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Rectangle 1024"/>
          <p:cNvSpPr/>
          <p:nvPr/>
        </p:nvSpPr>
        <p:spPr>
          <a:xfrm>
            <a:off x="10698877" y="342900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Rectangle 1025"/>
          <p:cNvSpPr/>
          <p:nvPr/>
        </p:nvSpPr>
        <p:spPr>
          <a:xfrm>
            <a:off x="10837926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Rectangle 1026"/>
          <p:cNvSpPr/>
          <p:nvPr/>
        </p:nvSpPr>
        <p:spPr>
          <a:xfrm>
            <a:off x="10976974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Rectangle 1027"/>
          <p:cNvSpPr/>
          <p:nvPr/>
        </p:nvSpPr>
        <p:spPr>
          <a:xfrm>
            <a:off x="11116022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11255071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11394119" y="342900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Rectangle 1030"/>
          <p:cNvSpPr/>
          <p:nvPr/>
        </p:nvSpPr>
        <p:spPr>
          <a:xfrm>
            <a:off x="11533168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Rectangle 1031"/>
          <p:cNvSpPr/>
          <p:nvPr/>
        </p:nvSpPr>
        <p:spPr>
          <a:xfrm>
            <a:off x="11672216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Rectangle 1032"/>
          <p:cNvSpPr/>
          <p:nvPr/>
        </p:nvSpPr>
        <p:spPr>
          <a:xfrm>
            <a:off x="11811265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Rectangle 1033"/>
          <p:cNvSpPr/>
          <p:nvPr/>
        </p:nvSpPr>
        <p:spPr>
          <a:xfrm>
            <a:off x="11950313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Rectangle 1034"/>
          <p:cNvSpPr/>
          <p:nvPr/>
        </p:nvSpPr>
        <p:spPr>
          <a:xfrm>
            <a:off x="12089361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Rectangle 1035"/>
          <p:cNvSpPr/>
          <p:nvPr/>
        </p:nvSpPr>
        <p:spPr>
          <a:xfrm>
            <a:off x="12228410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12367458" y="342900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12506507" y="342900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12645555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Rectangle 1039"/>
          <p:cNvSpPr/>
          <p:nvPr/>
        </p:nvSpPr>
        <p:spPr>
          <a:xfrm>
            <a:off x="12784604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Rectangle 1040"/>
          <p:cNvSpPr/>
          <p:nvPr/>
        </p:nvSpPr>
        <p:spPr>
          <a:xfrm>
            <a:off x="12923652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13062700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13201749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Rectangle 1043"/>
          <p:cNvSpPr/>
          <p:nvPr/>
        </p:nvSpPr>
        <p:spPr>
          <a:xfrm>
            <a:off x="13340797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Rectangle 1044"/>
          <p:cNvSpPr/>
          <p:nvPr/>
        </p:nvSpPr>
        <p:spPr>
          <a:xfrm>
            <a:off x="13479846" y="342900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Rectangle 1045"/>
          <p:cNvSpPr/>
          <p:nvPr/>
        </p:nvSpPr>
        <p:spPr>
          <a:xfrm>
            <a:off x="13618894" y="342900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Rectangle 1046"/>
          <p:cNvSpPr/>
          <p:nvPr/>
        </p:nvSpPr>
        <p:spPr>
          <a:xfrm>
            <a:off x="13757943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ctangle 1047"/>
          <p:cNvSpPr/>
          <p:nvPr/>
        </p:nvSpPr>
        <p:spPr>
          <a:xfrm>
            <a:off x="13896991" y="342900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676656" y="3545128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11</a:t>
            </a:r>
          </a:p>
        </p:txBody>
      </p:sp>
      <p:sp>
        <p:nvSpPr>
          <p:cNvPr id="1050" name="Rectangle 1049"/>
          <p:cNvSpPr/>
          <p:nvPr/>
        </p:nvSpPr>
        <p:spPr>
          <a:xfrm>
            <a:off x="1243584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Rectangle 1050"/>
          <p:cNvSpPr/>
          <p:nvPr/>
        </p:nvSpPr>
        <p:spPr>
          <a:xfrm>
            <a:off x="1382632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Rectangle 1051"/>
          <p:cNvSpPr/>
          <p:nvPr/>
        </p:nvSpPr>
        <p:spPr>
          <a:xfrm>
            <a:off x="1521680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ctangle 1052"/>
          <p:cNvSpPr/>
          <p:nvPr/>
        </p:nvSpPr>
        <p:spPr>
          <a:xfrm>
            <a:off x="1660729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Rectangle 1053"/>
          <p:cNvSpPr/>
          <p:nvPr/>
        </p:nvSpPr>
        <p:spPr>
          <a:xfrm>
            <a:off x="1799777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Rectangle 1054"/>
          <p:cNvSpPr/>
          <p:nvPr/>
        </p:nvSpPr>
        <p:spPr>
          <a:xfrm>
            <a:off x="1938826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Rectangle 1055"/>
          <p:cNvSpPr/>
          <p:nvPr/>
        </p:nvSpPr>
        <p:spPr>
          <a:xfrm>
            <a:off x="2077874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2216923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2355971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Rectangle 1058"/>
          <p:cNvSpPr/>
          <p:nvPr/>
        </p:nvSpPr>
        <p:spPr>
          <a:xfrm>
            <a:off x="2495019" y="354512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Rectangle 1059"/>
          <p:cNvSpPr/>
          <p:nvPr/>
        </p:nvSpPr>
        <p:spPr>
          <a:xfrm>
            <a:off x="2634068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Rectangle 1060"/>
          <p:cNvSpPr/>
          <p:nvPr/>
        </p:nvSpPr>
        <p:spPr>
          <a:xfrm>
            <a:off x="2773116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ctangle 1061"/>
          <p:cNvSpPr/>
          <p:nvPr/>
        </p:nvSpPr>
        <p:spPr>
          <a:xfrm>
            <a:off x="2912165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ctangle 1062"/>
          <p:cNvSpPr/>
          <p:nvPr/>
        </p:nvSpPr>
        <p:spPr>
          <a:xfrm>
            <a:off x="3051213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Rectangle 1063"/>
          <p:cNvSpPr/>
          <p:nvPr/>
        </p:nvSpPr>
        <p:spPr>
          <a:xfrm>
            <a:off x="3190262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Rectangle 1064"/>
          <p:cNvSpPr/>
          <p:nvPr/>
        </p:nvSpPr>
        <p:spPr>
          <a:xfrm>
            <a:off x="3329310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Rectangle 1065"/>
          <p:cNvSpPr/>
          <p:nvPr/>
        </p:nvSpPr>
        <p:spPr>
          <a:xfrm>
            <a:off x="3468358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ctangle 1066"/>
          <p:cNvSpPr/>
          <p:nvPr/>
        </p:nvSpPr>
        <p:spPr>
          <a:xfrm>
            <a:off x="3607407" y="354512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Rectangle 1067"/>
          <p:cNvSpPr/>
          <p:nvPr/>
        </p:nvSpPr>
        <p:spPr>
          <a:xfrm>
            <a:off x="3746455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Rectangle 1068"/>
          <p:cNvSpPr/>
          <p:nvPr/>
        </p:nvSpPr>
        <p:spPr>
          <a:xfrm>
            <a:off x="3885504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Rectangle 1069"/>
          <p:cNvSpPr/>
          <p:nvPr/>
        </p:nvSpPr>
        <p:spPr>
          <a:xfrm>
            <a:off x="4024552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Rectangle 1070"/>
          <p:cNvSpPr/>
          <p:nvPr/>
        </p:nvSpPr>
        <p:spPr>
          <a:xfrm>
            <a:off x="4163601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Rectangle 1071"/>
          <p:cNvSpPr/>
          <p:nvPr/>
        </p:nvSpPr>
        <p:spPr>
          <a:xfrm>
            <a:off x="4302649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ectangle 1072"/>
          <p:cNvSpPr/>
          <p:nvPr/>
        </p:nvSpPr>
        <p:spPr>
          <a:xfrm>
            <a:off x="4441698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Rectangle 1073"/>
          <p:cNvSpPr/>
          <p:nvPr/>
        </p:nvSpPr>
        <p:spPr>
          <a:xfrm>
            <a:off x="4580746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Rectangle 1074"/>
          <p:cNvSpPr/>
          <p:nvPr/>
        </p:nvSpPr>
        <p:spPr>
          <a:xfrm>
            <a:off x="4719794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ectangle 1075"/>
          <p:cNvSpPr/>
          <p:nvPr/>
        </p:nvSpPr>
        <p:spPr>
          <a:xfrm>
            <a:off x="4858843" y="354512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Rectangle 1076"/>
          <p:cNvSpPr/>
          <p:nvPr/>
        </p:nvSpPr>
        <p:spPr>
          <a:xfrm>
            <a:off x="4997891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Rectangle 1077"/>
          <p:cNvSpPr/>
          <p:nvPr/>
        </p:nvSpPr>
        <p:spPr>
          <a:xfrm>
            <a:off x="5136940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Rectangle 1078"/>
          <p:cNvSpPr/>
          <p:nvPr/>
        </p:nvSpPr>
        <p:spPr>
          <a:xfrm>
            <a:off x="5275988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Rectangle 1079"/>
          <p:cNvSpPr/>
          <p:nvPr/>
        </p:nvSpPr>
        <p:spPr>
          <a:xfrm>
            <a:off x="5415037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Rectangle 1080"/>
          <p:cNvSpPr/>
          <p:nvPr/>
        </p:nvSpPr>
        <p:spPr>
          <a:xfrm>
            <a:off x="5554085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ectangle 1081"/>
          <p:cNvSpPr/>
          <p:nvPr/>
        </p:nvSpPr>
        <p:spPr>
          <a:xfrm>
            <a:off x="5693133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Rectangle 1082"/>
          <p:cNvSpPr/>
          <p:nvPr/>
        </p:nvSpPr>
        <p:spPr>
          <a:xfrm>
            <a:off x="5832182" y="354512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Rectangle 1083"/>
          <p:cNvSpPr/>
          <p:nvPr/>
        </p:nvSpPr>
        <p:spPr>
          <a:xfrm>
            <a:off x="5971230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Rectangle 1084"/>
          <p:cNvSpPr/>
          <p:nvPr/>
        </p:nvSpPr>
        <p:spPr>
          <a:xfrm>
            <a:off x="6110279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Rectangle 1085"/>
          <p:cNvSpPr/>
          <p:nvPr/>
        </p:nvSpPr>
        <p:spPr>
          <a:xfrm>
            <a:off x="6249327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Rectangle 1086"/>
          <p:cNvSpPr/>
          <p:nvPr/>
        </p:nvSpPr>
        <p:spPr>
          <a:xfrm>
            <a:off x="6388376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Rectangle 1087"/>
          <p:cNvSpPr/>
          <p:nvPr/>
        </p:nvSpPr>
        <p:spPr>
          <a:xfrm>
            <a:off x="6527424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Rectangle 1088"/>
          <p:cNvSpPr/>
          <p:nvPr/>
        </p:nvSpPr>
        <p:spPr>
          <a:xfrm>
            <a:off x="6666472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Rectangle 1089"/>
          <p:cNvSpPr/>
          <p:nvPr/>
        </p:nvSpPr>
        <p:spPr>
          <a:xfrm>
            <a:off x="6805521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Rectangle 1090"/>
          <p:cNvSpPr/>
          <p:nvPr/>
        </p:nvSpPr>
        <p:spPr>
          <a:xfrm>
            <a:off x="6944569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Rectangle 1091"/>
          <p:cNvSpPr/>
          <p:nvPr/>
        </p:nvSpPr>
        <p:spPr>
          <a:xfrm>
            <a:off x="7083618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Rectangle 1092"/>
          <p:cNvSpPr/>
          <p:nvPr/>
        </p:nvSpPr>
        <p:spPr>
          <a:xfrm>
            <a:off x="7222666" y="354512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ctangle 1093"/>
          <p:cNvSpPr/>
          <p:nvPr/>
        </p:nvSpPr>
        <p:spPr>
          <a:xfrm>
            <a:off x="7361715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Rectangle 1094"/>
          <p:cNvSpPr/>
          <p:nvPr/>
        </p:nvSpPr>
        <p:spPr>
          <a:xfrm>
            <a:off x="7500763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Rectangle 1095"/>
          <p:cNvSpPr/>
          <p:nvPr/>
        </p:nvSpPr>
        <p:spPr>
          <a:xfrm>
            <a:off x="7639812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Rectangle 1096"/>
          <p:cNvSpPr/>
          <p:nvPr/>
        </p:nvSpPr>
        <p:spPr>
          <a:xfrm>
            <a:off x="7778860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Rectangle 1097"/>
          <p:cNvSpPr/>
          <p:nvPr/>
        </p:nvSpPr>
        <p:spPr>
          <a:xfrm>
            <a:off x="7917908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Rectangle 1098"/>
          <p:cNvSpPr/>
          <p:nvPr/>
        </p:nvSpPr>
        <p:spPr>
          <a:xfrm>
            <a:off x="8056957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Rectangle 1099"/>
          <p:cNvSpPr/>
          <p:nvPr/>
        </p:nvSpPr>
        <p:spPr>
          <a:xfrm>
            <a:off x="8196005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Rectangle 1100"/>
          <p:cNvSpPr/>
          <p:nvPr/>
        </p:nvSpPr>
        <p:spPr>
          <a:xfrm>
            <a:off x="8335054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ctangle 1101"/>
          <p:cNvSpPr/>
          <p:nvPr/>
        </p:nvSpPr>
        <p:spPr>
          <a:xfrm>
            <a:off x="8474102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Rectangle 1102"/>
          <p:cNvSpPr/>
          <p:nvPr/>
        </p:nvSpPr>
        <p:spPr>
          <a:xfrm>
            <a:off x="8613151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Rectangle 1103"/>
          <p:cNvSpPr/>
          <p:nvPr/>
        </p:nvSpPr>
        <p:spPr>
          <a:xfrm>
            <a:off x="8752199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Rectangle 1104"/>
          <p:cNvSpPr/>
          <p:nvPr/>
        </p:nvSpPr>
        <p:spPr>
          <a:xfrm>
            <a:off x="8891247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Rectangle 1105"/>
          <p:cNvSpPr/>
          <p:nvPr/>
        </p:nvSpPr>
        <p:spPr>
          <a:xfrm>
            <a:off x="9030296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Rectangle 1106"/>
          <p:cNvSpPr/>
          <p:nvPr/>
        </p:nvSpPr>
        <p:spPr>
          <a:xfrm>
            <a:off x="9169344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Rectangle 1107"/>
          <p:cNvSpPr/>
          <p:nvPr/>
        </p:nvSpPr>
        <p:spPr>
          <a:xfrm>
            <a:off x="9308393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Rectangle 1108"/>
          <p:cNvSpPr/>
          <p:nvPr/>
        </p:nvSpPr>
        <p:spPr>
          <a:xfrm>
            <a:off x="9447441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Rectangle 1109"/>
          <p:cNvSpPr/>
          <p:nvPr/>
        </p:nvSpPr>
        <p:spPr>
          <a:xfrm>
            <a:off x="9586490" y="354512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Rectangle 1110"/>
          <p:cNvSpPr/>
          <p:nvPr/>
        </p:nvSpPr>
        <p:spPr>
          <a:xfrm>
            <a:off x="9725538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Rectangle 1111"/>
          <p:cNvSpPr/>
          <p:nvPr/>
        </p:nvSpPr>
        <p:spPr>
          <a:xfrm>
            <a:off x="9864586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Rectangle 1112"/>
          <p:cNvSpPr/>
          <p:nvPr/>
        </p:nvSpPr>
        <p:spPr>
          <a:xfrm>
            <a:off x="10003635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Rectangle 1113"/>
          <p:cNvSpPr/>
          <p:nvPr/>
        </p:nvSpPr>
        <p:spPr>
          <a:xfrm>
            <a:off x="10142683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Rectangle 1114"/>
          <p:cNvSpPr/>
          <p:nvPr/>
        </p:nvSpPr>
        <p:spPr>
          <a:xfrm>
            <a:off x="10281732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Rectangle 1115"/>
          <p:cNvSpPr/>
          <p:nvPr/>
        </p:nvSpPr>
        <p:spPr>
          <a:xfrm>
            <a:off x="10420780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Rectangle 1116"/>
          <p:cNvSpPr/>
          <p:nvPr/>
        </p:nvSpPr>
        <p:spPr>
          <a:xfrm>
            <a:off x="10559829" y="354512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Rectangle 1117"/>
          <p:cNvSpPr/>
          <p:nvPr/>
        </p:nvSpPr>
        <p:spPr>
          <a:xfrm>
            <a:off x="10698877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Rectangle 1118"/>
          <p:cNvSpPr/>
          <p:nvPr/>
        </p:nvSpPr>
        <p:spPr>
          <a:xfrm>
            <a:off x="10837926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Rectangle 1119"/>
          <p:cNvSpPr/>
          <p:nvPr/>
        </p:nvSpPr>
        <p:spPr>
          <a:xfrm>
            <a:off x="10976974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Rectangle 1120"/>
          <p:cNvSpPr/>
          <p:nvPr/>
        </p:nvSpPr>
        <p:spPr>
          <a:xfrm>
            <a:off x="11116022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Rectangle 1121"/>
          <p:cNvSpPr/>
          <p:nvPr/>
        </p:nvSpPr>
        <p:spPr>
          <a:xfrm>
            <a:off x="11255071" y="354512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Rectangle 1122"/>
          <p:cNvSpPr/>
          <p:nvPr/>
        </p:nvSpPr>
        <p:spPr>
          <a:xfrm>
            <a:off x="11394119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Rectangle 1123"/>
          <p:cNvSpPr/>
          <p:nvPr/>
        </p:nvSpPr>
        <p:spPr>
          <a:xfrm>
            <a:off x="11533168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Rectangle 1124"/>
          <p:cNvSpPr/>
          <p:nvPr/>
        </p:nvSpPr>
        <p:spPr>
          <a:xfrm>
            <a:off x="11672216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Rectangle 1125"/>
          <p:cNvSpPr/>
          <p:nvPr/>
        </p:nvSpPr>
        <p:spPr>
          <a:xfrm>
            <a:off x="11811265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Rectangle 1126"/>
          <p:cNvSpPr/>
          <p:nvPr/>
        </p:nvSpPr>
        <p:spPr>
          <a:xfrm>
            <a:off x="11950313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Rectangle 1127"/>
          <p:cNvSpPr/>
          <p:nvPr/>
        </p:nvSpPr>
        <p:spPr>
          <a:xfrm>
            <a:off x="12089361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Rectangle 1128"/>
          <p:cNvSpPr/>
          <p:nvPr/>
        </p:nvSpPr>
        <p:spPr>
          <a:xfrm>
            <a:off x="12228410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Rectangle 1129"/>
          <p:cNvSpPr/>
          <p:nvPr/>
        </p:nvSpPr>
        <p:spPr>
          <a:xfrm>
            <a:off x="12367458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Rectangle 1130"/>
          <p:cNvSpPr/>
          <p:nvPr/>
        </p:nvSpPr>
        <p:spPr>
          <a:xfrm>
            <a:off x="12506507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Rectangle 1131"/>
          <p:cNvSpPr/>
          <p:nvPr/>
        </p:nvSpPr>
        <p:spPr>
          <a:xfrm>
            <a:off x="12645555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Rectangle 1132"/>
          <p:cNvSpPr/>
          <p:nvPr/>
        </p:nvSpPr>
        <p:spPr>
          <a:xfrm>
            <a:off x="12784604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Rectangle 1133"/>
          <p:cNvSpPr/>
          <p:nvPr/>
        </p:nvSpPr>
        <p:spPr>
          <a:xfrm>
            <a:off x="12923652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Rectangle 1134"/>
          <p:cNvSpPr/>
          <p:nvPr/>
        </p:nvSpPr>
        <p:spPr>
          <a:xfrm>
            <a:off x="13062700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Rectangle 1135"/>
          <p:cNvSpPr/>
          <p:nvPr/>
        </p:nvSpPr>
        <p:spPr>
          <a:xfrm>
            <a:off x="13201749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Rectangle 1136"/>
          <p:cNvSpPr/>
          <p:nvPr/>
        </p:nvSpPr>
        <p:spPr>
          <a:xfrm>
            <a:off x="13340797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Rectangle 1137"/>
          <p:cNvSpPr/>
          <p:nvPr/>
        </p:nvSpPr>
        <p:spPr>
          <a:xfrm>
            <a:off x="13479846" y="354512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Rectangle 1138"/>
          <p:cNvSpPr/>
          <p:nvPr/>
        </p:nvSpPr>
        <p:spPr>
          <a:xfrm>
            <a:off x="13618894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Rectangle 1139"/>
          <p:cNvSpPr/>
          <p:nvPr/>
        </p:nvSpPr>
        <p:spPr>
          <a:xfrm>
            <a:off x="13757943" y="354512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Rectangle 1140"/>
          <p:cNvSpPr/>
          <p:nvPr/>
        </p:nvSpPr>
        <p:spPr>
          <a:xfrm>
            <a:off x="13896991" y="354512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TextBox 1141"/>
          <p:cNvSpPr txBox="1"/>
          <p:nvPr/>
        </p:nvSpPr>
        <p:spPr>
          <a:xfrm>
            <a:off x="676656" y="3661257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12</a:t>
            </a:r>
          </a:p>
        </p:txBody>
      </p:sp>
      <p:sp>
        <p:nvSpPr>
          <p:cNvPr id="1143" name="Rectangle 1142"/>
          <p:cNvSpPr/>
          <p:nvPr/>
        </p:nvSpPr>
        <p:spPr>
          <a:xfrm>
            <a:off x="1243584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Rectangle 1143"/>
          <p:cNvSpPr/>
          <p:nvPr/>
        </p:nvSpPr>
        <p:spPr>
          <a:xfrm>
            <a:off x="1382632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Rectangle 1144"/>
          <p:cNvSpPr/>
          <p:nvPr/>
        </p:nvSpPr>
        <p:spPr>
          <a:xfrm>
            <a:off x="1521680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Rectangle 1145"/>
          <p:cNvSpPr/>
          <p:nvPr/>
        </p:nvSpPr>
        <p:spPr>
          <a:xfrm>
            <a:off x="1660729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Rectangle 1146"/>
          <p:cNvSpPr/>
          <p:nvPr/>
        </p:nvSpPr>
        <p:spPr>
          <a:xfrm>
            <a:off x="1799777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Rectangle 1147"/>
          <p:cNvSpPr/>
          <p:nvPr/>
        </p:nvSpPr>
        <p:spPr>
          <a:xfrm>
            <a:off x="1938826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Rectangle 1148"/>
          <p:cNvSpPr/>
          <p:nvPr/>
        </p:nvSpPr>
        <p:spPr>
          <a:xfrm>
            <a:off x="2077874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Rectangle 1149"/>
          <p:cNvSpPr/>
          <p:nvPr/>
        </p:nvSpPr>
        <p:spPr>
          <a:xfrm>
            <a:off x="2216923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Rectangle 1150"/>
          <p:cNvSpPr/>
          <p:nvPr/>
        </p:nvSpPr>
        <p:spPr>
          <a:xfrm>
            <a:off x="2355971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Rectangle 1151"/>
          <p:cNvSpPr/>
          <p:nvPr/>
        </p:nvSpPr>
        <p:spPr>
          <a:xfrm>
            <a:off x="2495019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Rectangle 1152"/>
          <p:cNvSpPr/>
          <p:nvPr/>
        </p:nvSpPr>
        <p:spPr>
          <a:xfrm>
            <a:off x="2634068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Rectangle 1153"/>
          <p:cNvSpPr/>
          <p:nvPr/>
        </p:nvSpPr>
        <p:spPr>
          <a:xfrm>
            <a:off x="2773116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Rectangle 1154"/>
          <p:cNvSpPr/>
          <p:nvPr/>
        </p:nvSpPr>
        <p:spPr>
          <a:xfrm>
            <a:off x="2912165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Rectangle 1155"/>
          <p:cNvSpPr/>
          <p:nvPr/>
        </p:nvSpPr>
        <p:spPr>
          <a:xfrm>
            <a:off x="3051213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Rectangle 1156"/>
          <p:cNvSpPr/>
          <p:nvPr/>
        </p:nvSpPr>
        <p:spPr>
          <a:xfrm>
            <a:off x="3190262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Rectangle 1157"/>
          <p:cNvSpPr/>
          <p:nvPr/>
        </p:nvSpPr>
        <p:spPr>
          <a:xfrm>
            <a:off x="3329310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Rectangle 1158"/>
          <p:cNvSpPr/>
          <p:nvPr/>
        </p:nvSpPr>
        <p:spPr>
          <a:xfrm>
            <a:off x="3468358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Rectangle 1159"/>
          <p:cNvSpPr/>
          <p:nvPr/>
        </p:nvSpPr>
        <p:spPr>
          <a:xfrm>
            <a:off x="3607407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Rectangle 1160"/>
          <p:cNvSpPr/>
          <p:nvPr/>
        </p:nvSpPr>
        <p:spPr>
          <a:xfrm>
            <a:off x="3746455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Rectangle 1161"/>
          <p:cNvSpPr/>
          <p:nvPr/>
        </p:nvSpPr>
        <p:spPr>
          <a:xfrm>
            <a:off x="3885504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Rectangle 1162"/>
          <p:cNvSpPr/>
          <p:nvPr/>
        </p:nvSpPr>
        <p:spPr>
          <a:xfrm>
            <a:off x="4024552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Rectangle 1163"/>
          <p:cNvSpPr/>
          <p:nvPr/>
        </p:nvSpPr>
        <p:spPr>
          <a:xfrm>
            <a:off x="4163601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Rectangle 1164"/>
          <p:cNvSpPr/>
          <p:nvPr/>
        </p:nvSpPr>
        <p:spPr>
          <a:xfrm>
            <a:off x="4302649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Rectangle 1165"/>
          <p:cNvSpPr/>
          <p:nvPr/>
        </p:nvSpPr>
        <p:spPr>
          <a:xfrm>
            <a:off x="4441698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Rectangle 1166"/>
          <p:cNvSpPr/>
          <p:nvPr/>
        </p:nvSpPr>
        <p:spPr>
          <a:xfrm>
            <a:off x="4580746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Rectangle 1167"/>
          <p:cNvSpPr/>
          <p:nvPr/>
        </p:nvSpPr>
        <p:spPr>
          <a:xfrm>
            <a:off x="4719794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Rectangle 1168"/>
          <p:cNvSpPr/>
          <p:nvPr/>
        </p:nvSpPr>
        <p:spPr>
          <a:xfrm>
            <a:off x="4858843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Rectangle 1169"/>
          <p:cNvSpPr/>
          <p:nvPr/>
        </p:nvSpPr>
        <p:spPr>
          <a:xfrm>
            <a:off x="4997891" y="366125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Rectangle 1170"/>
          <p:cNvSpPr/>
          <p:nvPr/>
        </p:nvSpPr>
        <p:spPr>
          <a:xfrm>
            <a:off x="5136940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Rectangle 1171"/>
          <p:cNvSpPr/>
          <p:nvPr/>
        </p:nvSpPr>
        <p:spPr>
          <a:xfrm>
            <a:off x="5275988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Rectangle 1172"/>
          <p:cNvSpPr/>
          <p:nvPr/>
        </p:nvSpPr>
        <p:spPr>
          <a:xfrm>
            <a:off x="5415037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5554085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5693133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5832182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5971230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6110279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6249327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6388376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6527424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6666472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6805521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6944569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Rectangle 1184"/>
          <p:cNvSpPr/>
          <p:nvPr/>
        </p:nvSpPr>
        <p:spPr>
          <a:xfrm>
            <a:off x="7083618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Rectangle 1185"/>
          <p:cNvSpPr/>
          <p:nvPr/>
        </p:nvSpPr>
        <p:spPr>
          <a:xfrm>
            <a:off x="7222666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Rectangle 1186"/>
          <p:cNvSpPr/>
          <p:nvPr/>
        </p:nvSpPr>
        <p:spPr>
          <a:xfrm>
            <a:off x="7361715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Rectangle 1187"/>
          <p:cNvSpPr/>
          <p:nvPr/>
        </p:nvSpPr>
        <p:spPr>
          <a:xfrm>
            <a:off x="7500763" y="366125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Rectangle 1188"/>
          <p:cNvSpPr/>
          <p:nvPr/>
        </p:nvSpPr>
        <p:spPr>
          <a:xfrm>
            <a:off x="7639812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Rectangle 1189"/>
          <p:cNvSpPr/>
          <p:nvPr/>
        </p:nvSpPr>
        <p:spPr>
          <a:xfrm>
            <a:off x="7778860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Rectangle 1190"/>
          <p:cNvSpPr/>
          <p:nvPr/>
        </p:nvSpPr>
        <p:spPr>
          <a:xfrm>
            <a:off x="7917908" y="366125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Rectangle 1191"/>
          <p:cNvSpPr/>
          <p:nvPr/>
        </p:nvSpPr>
        <p:spPr>
          <a:xfrm>
            <a:off x="8056957" y="3661257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Rectangle 1192"/>
          <p:cNvSpPr/>
          <p:nvPr/>
        </p:nvSpPr>
        <p:spPr>
          <a:xfrm>
            <a:off x="8196005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Rectangle 1193"/>
          <p:cNvSpPr/>
          <p:nvPr/>
        </p:nvSpPr>
        <p:spPr>
          <a:xfrm>
            <a:off x="8335054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Rectangle 1194"/>
          <p:cNvSpPr/>
          <p:nvPr/>
        </p:nvSpPr>
        <p:spPr>
          <a:xfrm>
            <a:off x="8474102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Rectangle 1195"/>
          <p:cNvSpPr/>
          <p:nvPr/>
        </p:nvSpPr>
        <p:spPr>
          <a:xfrm>
            <a:off x="8613151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Rectangle 1196"/>
          <p:cNvSpPr/>
          <p:nvPr/>
        </p:nvSpPr>
        <p:spPr>
          <a:xfrm>
            <a:off x="8752199" y="366125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Rectangle 1197"/>
          <p:cNvSpPr/>
          <p:nvPr/>
        </p:nvSpPr>
        <p:spPr>
          <a:xfrm>
            <a:off x="8891247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Rectangle 1198"/>
          <p:cNvSpPr/>
          <p:nvPr/>
        </p:nvSpPr>
        <p:spPr>
          <a:xfrm>
            <a:off x="9030296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Rectangle 1199"/>
          <p:cNvSpPr/>
          <p:nvPr/>
        </p:nvSpPr>
        <p:spPr>
          <a:xfrm>
            <a:off x="9169344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Rectangle 1200"/>
          <p:cNvSpPr/>
          <p:nvPr/>
        </p:nvSpPr>
        <p:spPr>
          <a:xfrm>
            <a:off x="9308393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Rectangle 1201"/>
          <p:cNvSpPr/>
          <p:nvPr/>
        </p:nvSpPr>
        <p:spPr>
          <a:xfrm>
            <a:off x="9447441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9586490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Rectangle 1203"/>
          <p:cNvSpPr/>
          <p:nvPr/>
        </p:nvSpPr>
        <p:spPr>
          <a:xfrm>
            <a:off x="9725538" y="366125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ctangle 1204"/>
          <p:cNvSpPr/>
          <p:nvPr/>
        </p:nvSpPr>
        <p:spPr>
          <a:xfrm>
            <a:off x="9864586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Rectangle 1205"/>
          <p:cNvSpPr/>
          <p:nvPr/>
        </p:nvSpPr>
        <p:spPr>
          <a:xfrm>
            <a:off x="10003635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Rectangle 1206"/>
          <p:cNvSpPr/>
          <p:nvPr/>
        </p:nvSpPr>
        <p:spPr>
          <a:xfrm>
            <a:off x="10142683" y="3661257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Rectangle 1207"/>
          <p:cNvSpPr/>
          <p:nvPr/>
        </p:nvSpPr>
        <p:spPr>
          <a:xfrm>
            <a:off x="10281732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Rectangle 1208"/>
          <p:cNvSpPr/>
          <p:nvPr/>
        </p:nvSpPr>
        <p:spPr>
          <a:xfrm>
            <a:off x="10420780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Rectangle 1209"/>
          <p:cNvSpPr/>
          <p:nvPr/>
        </p:nvSpPr>
        <p:spPr>
          <a:xfrm>
            <a:off x="10559829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Rectangle 1210"/>
          <p:cNvSpPr/>
          <p:nvPr/>
        </p:nvSpPr>
        <p:spPr>
          <a:xfrm>
            <a:off x="10698877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Rectangle 1211"/>
          <p:cNvSpPr/>
          <p:nvPr/>
        </p:nvSpPr>
        <p:spPr>
          <a:xfrm>
            <a:off x="10837926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Rectangle 1212"/>
          <p:cNvSpPr/>
          <p:nvPr/>
        </p:nvSpPr>
        <p:spPr>
          <a:xfrm>
            <a:off x="10976974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Rectangle 1213"/>
          <p:cNvSpPr/>
          <p:nvPr/>
        </p:nvSpPr>
        <p:spPr>
          <a:xfrm>
            <a:off x="11116022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Rectangle 1214"/>
          <p:cNvSpPr/>
          <p:nvPr/>
        </p:nvSpPr>
        <p:spPr>
          <a:xfrm>
            <a:off x="11255071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Rectangle 1215"/>
          <p:cNvSpPr/>
          <p:nvPr/>
        </p:nvSpPr>
        <p:spPr>
          <a:xfrm>
            <a:off x="11394119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Rectangle 1216"/>
          <p:cNvSpPr/>
          <p:nvPr/>
        </p:nvSpPr>
        <p:spPr>
          <a:xfrm>
            <a:off x="11533168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Rectangle 1217"/>
          <p:cNvSpPr/>
          <p:nvPr/>
        </p:nvSpPr>
        <p:spPr>
          <a:xfrm>
            <a:off x="11672216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ctangle 1218"/>
          <p:cNvSpPr/>
          <p:nvPr/>
        </p:nvSpPr>
        <p:spPr>
          <a:xfrm>
            <a:off x="11811265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Rectangle 1219"/>
          <p:cNvSpPr/>
          <p:nvPr/>
        </p:nvSpPr>
        <p:spPr>
          <a:xfrm>
            <a:off x="11950313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Rectangle 1220"/>
          <p:cNvSpPr/>
          <p:nvPr/>
        </p:nvSpPr>
        <p:spPr>
          <a:xfrm>
            <a:off x="12089361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Rectangle 1221"/>
          <p:cNvSpPr/>
          <p:nvPr/>
        </p:nvSpPr>
        <p:spPr>
          <a:xfrm>
            <a:off x="12228410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Rectangle 1222"/>
          <p:cNvSpPr/>
          <p:nvPr/>
        </p:nvSpPr>
        <p:spPr>
          <a:xfrm>
            <a:off x="12367458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Rectangle 1223"/>
          <p:cNvSpPr/>
          <p:nvPr/>
        </p:nvSpPr>
        <p:spPr>
          <a:xfrm>
            <a:off x="12506507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Rectangle 1224"/>
          <p:cNvSpPr/>
          <p:nvPr/>
        </p:nvSpPr>
        <p:spPr>
          <a:xfrm>
            <a:off x="12645555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Rectangle 1225"/>
          <p:cNvSpPr/>
          <p:nvPr/>
        </p:nvSpPr>
        <p:spPr>
          <a:xfrm>
            <a:off x="12784604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Rectangle 1226"/>
          <p:cNvSpPr/>
          <p:nvPr/>
        </p:nvSpPr>
        <p:spPr>
          <a:xfrm>
            <a:off x="12923652" y="366125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Rectangle 1227"/>
          <p:cNvSpPr/>
          <p:nvPr/>
        </p:nvSpPr>
        <p:spPr>
          <a:xfrm>
            <a:off x="13062700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Rectangle 1228"/>
          <p:cNvSpPr/>
          <p:nvPr/>
        </p:nvSpPr>
        <p:spPr>
          <a:xfrm>
            <a:off x="13201749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Rectangle 1229"/>
          <p:cNvSpPr/>
          <p:nvPr/>
        </p:nvSpPr>
        <p:spPr>
          <a:xfrm>
            <a:off x="13340797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Rectangle 1230"/>
          <p:cNvSpPr/>
          <p:nvPr/>
        </p:nvSpPr>
        <p:spPr>
          <a:xfrm>
            <a:off x="13479846" y="366125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Rectangle 1231"/>
          <p:cNvSpPr/>
          <p:nvPr/>
        </p:nvSpPr>
        <p:spPr>
          <a:xfrm>
            <a:off x="13618894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Rectangle 1232"/>
          <p:cNvSpPr/>
          <p:nvPr/>
        </p:nvSpPr>
        <p:spPr>
          <a:xfrm>
            <a:off x="13757943" y="366125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Rectangle 1233"/>
          <p:cNvSpPr/>
          <p:nvPr/>
        </p:nvSpPr>
        <p:spPr>
          <a:xfrm>
            <a:off x="13896991" y="366125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676656" y="3777386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13</a:t>
            </a:r>
          </a:p>
        </p:txBody>
      </p:sp>
      <p:sp>
        <p:nvSpPr>
          <p:cNvPr id="1236" name="Rectangle 1235"/>
          <p:cNvSpPr/>
          <p:nvPr/>
        </p:nvSpPr>
        <p:spPr>
          <a:xfrm>
            <a:off x="1243584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Rectangle 1236"/>
          <p:cNvSpPr/>
          <p:nvPr/>
        </p:nvSpPr>
        <p:spPr>
          <a:xfrm>
            <a:off x="1382632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Rectangle 1237"/>
          <p:cNvSpPr/>
          <p:nvPr/>
        </p:nvSpPr>
        <p:spPr>
          <a:xfrm>
            <a:off x="1521680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ctangle 1238"/>
          <p:cNvSpPr/>
          <p:nvPr/>
        </p:nvSpPr>
        <p:spPr>
          <a:xfrm>
            <a:off x="1660729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Rectangle 1239"/>
          <p:cNvSpPr/>
          <p:nvPr/>
        </p:nvSpPr>
        <p:spPr>
          <a:xfrm>
            <a:off x="1799777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Rectangle 1240"/>
          <p:cNvSpPr/>
          <p:nvPr/>
        </p:nvSpPr>
        <p:spPr>
          <a:xfrm>
            <a:off x="1938826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Rectangle 1241"/>
          <p:cNvSpPr/>
          <p:nvPr/>
        </p:nvSpPr>
        <p:spPr>
          <a:xfrm>
            <a:off x="2077874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Rectangle 1242"/>
          <p:cNvSpPr/>
          <p:nvPr/>
        </p:nvSpPr>
        <p:spPr>
          <a:xfrm>
            <a:off x="2216923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Rectangle 1243"/>
          <p:cNvSpPr/>
          <p:nvPr/>
        </p:nvSpPr>
        <p:spPr>
          <a:xfrm>
            <a:off x="2355971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Rectangle 1244"/>
          <p:cNvSpPr/>
          <p:nvPr/>
        </p:nvSpPr>
        <p:spPr>
          <a:xfrm>
            <a:off x="2495019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Rectangle 1245"/>
          <p:cNvSpPr/>
          <p:nvPr/>
        </p:nvSpPr>
        <p:spPr>
          <a:xfrm>
            <a:off x="2634068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Rectangle 1246"/>
          <p:cNvSpPr/>
          <p:nvPr/>
        </p:nvSpPr>
        <p:spPr>
          <a:xfrm>
            <a:off x="2773116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Rectangle 1247"/>
          <p:cNvSpPr/>
          <p:nvPr/>
        </p:nvSpPr>
        <p:spPr>
          <a:xfrm>
            <a:off x="2912165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Rectangle 1248"/>
          <p:cNvSpPr/>
          <p:nvPr/>
        </p:nvSpPr>
        <p:spPr>
          <a:xfrm>
            <a:off x="3051213" y="377738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Rectangle 1249"/>
          <p:cNvSpPr/>
          <p:nvPr/>
        </p:nvSpPr>
        <p:spPr>
          <a:xfrm>
            <a:off x="3190262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Rectangle 1250"/>
          <p:cNvSpPr/>
          <p:nvPr/>
        </p:nvSpPr>
        <p:spPr>
          <a:xfrm>
            <a:off x="3329310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Rectangle 1251"/>
          <p:cNvSpPr/>
          <p:nvPr/>
        </p:nvSpPr>
        <p:spPr>
          <a:xfrm>
            <a:off x="3468358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Rectangle 1252"/>
          <p:cNvSpPr/>
          <p:nvPr/>
        </p:nvSpPr>
        <p:spPr>
          <a:xfrm>
            <a:off x="3607407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ctangle 1253"/>
          <p:cNvSpPr/>
          <p:nvPr/>
        </p:nvSpPr>
        <p:spPr>
          <a:xfrm>
            <a:off x="3746455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Rectangle 1254"/>
          <p:cNvSpPr/>
          <p:nvPr/>
        </p:nvSpPr>
        <p:spPr>
          <a:xfrm>
            <a:off x="3885504" y="377738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ctangle 1255"/>
          <p:cNvSpPr/>
          <p:nvPr/>
        </p:nvSpPr>
        <p:spPr>
          <a:xfrm>
            <a:off x="4024552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Rectangle 1256"/>
          <p:cNvSpPr/>
          <p:nvPr/>
        </p:nvSpPr>
        <p:spPr>
          <a:xfrm>
            <a:off x="4163601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ctangle 1257"/>
          <p:cNvSpPr/>
          <p:nvPr/>
        </p:nvSpPr>
        <p:spPr>
          <a:xfrm>
            <a:off x="4302649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Rectangle 1258"/>
          <p:cNvSpPr/>
          <p:nvPr/>
        </p:nvSpPr>
        <p:spPr>
          <a:xfrm>
            <a:off x="4441698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ctangle 1259"/>
          <p:cNvSpPr/>
          <p:nvPr/>
        </p:nvSpPr>
        <p:spPr>
          <a:xfrm>
            <a:off x="4580746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Rectangle 1260"/>
          <p:cNvSpPr/>
          <p:nvPr/>
        </p:nvSpPr>
        <p:spPr>
          <a:xfrm>
            <a:off x="4719794" y="377738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ctangle 1261"/>
          <p:cNvSpPr/>
          <p:nvPr/>
        </p:nvSpPr>
        <p:spPr>
          <a:xfrm>
            <a:off x="4858843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Rectangle 1262"/>
          <p:cNvSpPr/>
          <p:nvPr/>
        </p:nvSpPr>
        <p:spPr>
          <a:xfrm>
            <a:off x="4997891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ctangle 1263"/>
          <p:cNvSpPr/>
          <p:nvPr/>
        </p:nvSpPr>
        <p:spPr>
          <a:xfrm>
            <a:off x="5136940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Rectangle 1264"/>
          <p:cNvSpPr/>
          <p:nvPr/>
        </p:nvSpPr>
        <p:spPr>
          <a:xfrm>
            <a:off x="5275988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ctangle 1265"/>
          <p:cNvSpPr/>
          <p:nvPr/>
        </p:nvSpPr>
        <p:spPr>
          <a:xfrm>
            <a:off x="5415037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Rectangle 1266"/>
          <p:cNvSpPr/>
          <p:nvPr/>
        </p:nvSpPr>
        <p:spPr>
          <a:xfrm>
            <a:off x="5554085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ctangle 1267"/>
          <p:cNvSpPr/>
          <p:nvPr/>
        </p:nvSpPr>
        <p:spPr>
          <a:xfrm>
            <a:off x="5693133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Rectangle 1268"/>
          <p:cNvSpPr/>
          <p:nvPr/>
        </p:nvSpPr>
        <p:spPr>
          <a:xfrm>
            <a:off x="5832182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ctangle 1269"/>
          <p:cNvSpPr/>
          <p:nvPr/>
        </p:nvSpPr>
        <p:spPr>
          <a:xfrm>
            <a:off x="5971230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Rectangle 1270"/>
          <p:cNvSpPr/>
          <p:nvPr/>
        </p:nvSpPr>
        <p:spPr>
          <a:xfrm>
            <a:off x="6110279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ctangle 1271"/>
          <p:cNvSpPr/>
          <p:nvPr/>
        </p:nvSpPr>
        <p:spPr>
          <a:xfrm>
            <a:off x="6249327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Rectangle 1272"/>
          <p:cNvSpPr/>
          <p:nvPr/>
        </p:nvSpPr>
        <p:spPr>
          <a:xfrm>
            <a:off x="6388376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ctangle 1273"/>
          <p:cNvSpPr/>
          <p:nvPr/>
        </p:nvSpPr>
        <p:spPr>
          <a:xfrm>
            <a:off x="6527424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Rectangle 1274"/>
          <p:cNvSpPr/>
          <p:nvPr/>
        </p:nvSpPr>
        <p:spPr>
          <a:xfrm>
            <a:off x="6666472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ctangle 1275"/>
          <p:cNvSpPr/>
          <p:nvPr/>
        </p:nvSpPr>
        <p:spPr>
          <a:xfrm>
            <a:off x="6805521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Rectangle 1276"/>
          <p:cNvSpPr/>
          <p:nvPr/>
        </p:nvSpPr>
        <p:spPr>
          <a:xfrm>
            <a:off x="6944569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ctangle 1277"/>
          <p:cNvSpPr/>
          <p:nvPr/>
        </p:nvSpPr>
        <p:spPr>
          <a:xfrm>
            <a:off x="7083618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Rectangle 1278"/>
          <p:cNvSpPr/>
          <p:nvPr/>
        </p:nvSpPr>
        <p:spPr>
          <a:xfrm>
            <a:off x="7222666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ctangle 1279"/>
          <p:cNvSpPr/>
          <p:nvPr/>
        </p:nvSpPr>
        <p:spPr>
          <a:xfrm>
            <a:off x="7361715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Rectangle 1280"/>
          <p:cNvSpPr/>
          <p:nvPr/>
        </p:nvSpPr>
        <p:spPr>
          <a:xfrm>
            <a:off x="7500763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ctangle 1281"/>
          <p:cNvSpPr/>
          <p:nvPr/>
        </p:nvSpPr>
        <p:spPr>
          <a:xfrm>
            <a:off x="7639812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Rectangle 1282"/>
          <p:cNvSpPr/>
          <p:nvPr/>
        </p:nvSpPr>
        <p:spPr>
          <a:xfrm>
            <a:off x="7778860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ctangle 1283"/>
          <p:cNvSpPr/>
          <p:nvPr/>
        </p:nvSpPr>
        <p:spPr>
          <a:xfrm>
            <a:off x="7917908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Rectangle 1284"/>
          <p:cNvSpPr/>
          <p:nvPr/>
        </p:nvSpPr>
        <p:spPr>
          <a:xfrm>
            <a:off x="8056957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Rectangle 1285"/>
          <p:cNvSpPr/>
          <p:nvPr/>
        </p:nvSpPr>
        <p:spPr>
          <a:xfrm>
            <a:off x="8196005" y="377738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Rectangle 1286"/>
          <p:cNvSpPr/>
          <p:nvPr/>
        </p:nvSpPr>
        <p:spPr>
          <a:xfrm>
            <a:off x="8335054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Rectangle 1287"/>
          <p:cNvSpPr/>
          <p:nvPr/>
        </p:nvSpPr>
        <p:spPr>
          <a:xfrm>
            <a:off x="8474102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Rectangle 1288"/>
          <p:cNvSpPr/>
          <p:nvPr/>
        </p:nvSpPr>
        <p:spPr>
          <a:xfrm>
            <a:off x="8613151" y="377738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Rectangle 1289"/>
          <p:cNvSpPr/>
          <p:nvPr/>
        </p:nvSpPr>
        <p:spPr>
          <a:xfrm>
            <a:off x="8752199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Rectangle 1290"/>
          <p:cNvSpPr/>
          <p:nvPr/>
        </p:nvSpPr>
        <p:spPr>
          <a:xfrm>
            <a:off x="8891247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Rectangle 1291"/>
          <p:cNvSpPr/>
          <p:nvPr/>
        </p:nvSpPr>
        <p:spPr>
          <a:xfrm>
            <a:off x="9030296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Rectangle 1292"/>
          <p:cNvSpPr/>
          <p:nvPr/>
        </p:nvSpPr>
        <p:spPr>
          <a:xfrm>
            <a:off x="9169344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Rectangle 1293"/>
          <p:cNvSpPr/>
          <p:nvPr/>
        </p:nvSpPr>
        <p:spPr>
          <a:xfrm>
            <a:off x="9308393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Rectangle 1294"/>
          <p:cNvSpPr/>
          <p:nvPr/>
        </p:nvSpPr>
        <p:spPr>
          <a:xfrm>
            <a:off x="9447441" y="377738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Rectangle 1295"/>
          <p:cNvSpPr/>
          <p:nvPr/>
        </p:nvSpPr>
        <p:spPr>
          <a:xfrm>
            <a:off x="9586490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Rectangle 1296"/>
          <p:cNvSpPr/>
          <p:nvPr/>
        </p:nvSpPr>
        <p:spPr>
          <a:xfrm>
            <a:off x="9725538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Rectangle 1297"/>
          <p:cNvSpPr/>
          <p:nvPr/>
        </p:nvSpPr>
        <p:spPr>
          <a:xfrm>
            <a:off x="9864586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ectangle 1298"/>
          <p:cNvSpPr/>
          <p:nvPr/>
        </p:nvSpPr>
        <p:spPr>
          <a:xfrm>
            <a:off x="10003635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Rectangle 1299"/>
          <p:cNvSpPr/>
          <p:nvPr/>
        </p:nvSpPr>
        <p:spPr>
          <a:xfrm>
            <a:off x="10142683" y="377738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ectangle 1300"/>
          <p:cNvSpPr/>
          <p:nvPr/>
        </p:nvSpPr>
        <p:spPr>
          <a:xfrm>
            <a:off x="10281732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Rectangle 1301"/>
          <p:cNvSpPr/>
          <p:nvPr/>
        </p:nvSpPr>
        <p:spPr>
          <a:xfrm>
            <a:off x="10420780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ectangle 1302"/>
          <p:cNvSpPr/>
          <p:nvPr/>
        </p:nvSpPr>
        <p:spPr>
          <a:xfrm>
            <a:off x="10559829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Rectangle 1303"/>
          <p:cNvSpPr/>
          <p:nvPr/>
        </p:nvSpPr>
        <p:spPr>
          <a:xfrm>
            <a:off x="10698877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Rectangle 1304"/>
          <p:cNvSpPr/>
          <p:nvPr/>
        </p:nvSpPr>
        <p:spPr>
          <a:xfrm>
            <a:off x="10837926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10976974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7" name="Rectangle 1306"/>
          <p:cNvSpPr/>
          <p:nvPr/>
        </p:nvSpPr>
        <p:spPr>
          <a:xfrm>
            <a:off x="11116022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8" name="Rectangle 1307"/>
          <p:cNvSpPr/>
          <p:nvPr/>
        </p:nvSpPr>
        <p:spPr>
          <a:xfrm>
            <a:off x="11255071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9" name="Rectangle 1308"/>
          <p:cNvSpPr/>
          <p:nvPr/>
        </p:nvSpPr>
        <p:spPr>
          <a:xfrm>
            <a:off x="11394119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0" name="Rectangle 1309"/>
          <p:cNvSpPr/>
          <p:nvPr/>
        </p:nvSpPr>
        <p:spPr>
          <a:xfrm>
            <a:off x="11533168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1" name="Rectangle 1310"/>
          <p:cNvSpPr/>
          <p:nvPr/>
        </p:nvSpPr>
        <p:spPr>
          <a:xfrm>
            <a:off x="11672216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2" name="Rectangle 1311"/>
          <p:cNvSpPr/>
          <p:nvPr/>
        </p:nvSpPr>
        <p:spPr>
          <a:xfrm>
            <a:off x="11811265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3" name="Rectangle 1312"/>
          <p:cNvSpPr/>
          <p:nvPr/>
        </p:nvSpPr>
        <p:spPr>
          <a:xfrm>
            <a:off x="11950313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4" name="Rectangle 1313"/>
          <p:cNvSpPr/>
          <p:nvPr/>
        </p:nvSpPr>
        <p:spPr>
          <a:xfrm>
            <a:off x="12089361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5" name="Rectangle 1314"/>
          <p:cNvSpPr/>
          <p:nvPr/>
        </p:nvSpPr>
        <p:spPr>
          <a:xfrm>
            <a:off x="12228410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6" name="Rectangle 1315"/>
          <p:cNvSpPr/>
          <p:nvPr/>
        </p:nvSpPr>
        <p:spPr>
          <a:xfrm>
            <a:off x="12367458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7" name="Rectangle 1316"/>
          <p:cNvSpPr/>
          <p:nvPr/>
        </p:nvSpPr>
        <p:spPr>
          <a:xfrm>
            <a:off x="12506507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8" name="Rectangle 1317"/>
          <p:cNvSpPr/>
          <p:nvPr/>
        </p:nvSpPr>
        <p:spPr>
          <a:xfrm>
            <a:off x="12645555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9" name="Rectangle 1318"/>
          <p:cNvSpPr/>
          <p:nvPr/>
        </p:nvSpPr>
        <p:spPr>
          <a:xfrm>
            <a:off x="12784604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0" name="Rectangle 1319"/>
          <p:cNvSpPr/>
          <p:nvPr/>
        </p:nvSpPr>
        <p:spPr>
          <a:xfrm>
            <a:off x="12923652" y="377738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1" name="Rectangle 1320"/>
          <p:cNvSpPr/>
          <p:nvPr/>
        </p:nvSpPr>
        <p:spPr>
          <a:xfrm>
            <a:off x="13062700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2" name="Rectangle 1321"/>
          <p:cNvSpPr/>
          <p:nvPr/>
        </p:nvSpPr>
        <p:spPr>
          <a:xfrm>
            <a:off x="13201749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3" name="Rectangle 1322"/>
          <p:cNvSpPr/>
          <p:nvPr/>
        </p:nvSpPr>
        <p:spPr>
          <a:xfrm>
            <a:off x="13340797" y="377738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4" name="Rectangle 1323"/>
          <p:cNvSpPr/>
          <p:nvPr/>
        </p:nvSpPr>
        <p:spPr>
          <a:xfrm>
            <a:off x="13479846" y="377738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5" name="Rectangle 1324"/>
          <p:cNvSpPr/>
          <p:nvPr/>
        </p:nvSpPr>
        <p:spPr>
          <a:xfrm>
            <a:off x="13618894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6" name="Rectangle 1325"/>
          <p:cNvSpPr/>
          <p:nvPr/>
        </p:nvSpPr>
        <p:spPr>
          <a:xfrm>
            <a:off x="13757943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7" name="Rectangle 1326"/>
          <p:cNvSpPr/>
          <p:nvPr/>
        </p:nvSpPr>
        <p:spPr>
          <a:xfrm>
            <a:off x="13896991" y="377738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8" name="TextBox 1327"/>
          <p:cNvSpPr txBox="1"/>
          <p:nvPr/>
        </p:nvSpPr>
        <p:spPr>
          <a:xfrm>
            <a:off x="676656" y="3893515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14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1243584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0" name="Rectangle 1329"/>
          <p:cNvSpPr/>
          <p:nvPr/>
        </p:nvSpPr>
        <p:spPr>
          <a:xfrm>
            <a:off x="1382632" y="3893515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1" name="Rectangle 1330"/>
          <p:cNvSpPr/>
          <p:nvPr/>
        </p:nvSpPr>
        <p:spPr>
          <a:xfrm>
            <a:off x="1521680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2" name="Rectangle 1331"/>
          <p:cNvSpPr/>
          <p:nvPr/>
        </p:nvSpPr>
        <p:spPr>
          <a:xfrm>
            <a:off x="1660729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3" name="Rectangle 1332"/>
          <p:cNvSpPr/>
          <p:nvPr/>
        </p:nvSpPr>
        <p:spPr>
          <a:xfrm>
            <a:off x="1799777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4" name="Rectangle 1333"/>
          <p:cNvSpPr/>
          <p:nvPr/>
        </p:nvSpPr>
        <p:spPr>
          <a:xfrm>
            <a:off x="193882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5" name="Rectangle 1334"/>
          <p:cNvSpPr/>
          <p:nvPr/>
        </p:nvSpPr>
        <p:spPr>
          <a:xfrm>
            <a:off x="2077874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6" name="Rectangle 1335"/>
          <p:cNvSpPr/>
          <p:nvPr/>
        </p:nvSpPr>
        <p:spPr>
          <a:xfrm>
            <a:off x="2216923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7" name="Rectangle 1336"/>
          <p:cNvSpPr/>
          <p:nvPr/>
        </p:nvSpPr>
        <p:spPr>
          <a:xfrm>
            <a:off x="2355971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8" name="Rectangle 1337"/>
          <p:cNvSpPr/>
          <p:nvPr/>
        </p:nvSpPr>
        <p:spPr>
          <a:xfrm>
            <a:off x="2495019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9" name="Rectangle 1338"/>
          <p:cNvSpPr/>
          <p:nvPr/>
        </p:nvSpPr>
        <p:spPr>
          <a:xfrm>
            <a:off x="2634068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0" name="Rectangle 1339"/>
          <p:cNvSpPr/>
          <p:nvPr/>
        </p:nvSpPr>
        <p:spPr>
          <a:xfrm>
            <a:off x="277311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1" name="Rectangle 1340"/>
          <p:cNvSpPr/>
          <p:nvPr/>
        </p:nvSpPr>
        <p:spPr>
          <a:xfrm>
            <a:off x="2912165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2" name="Rectangle 1341"/>
          <p:cNvSpPr/>
          <p:nvPr/>
        </p:nvSpPr>
        <p:spPr>
          <a:xfrm>
            <a:off x="3051213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3" name="Rectangle 1342"/>
          <p:cNvSpPr/>
          <p:nvPr/>
        </p:nvSpPr>
        <p:spPr>
          <a:xfrm>
            <a:off x="3190262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4" name="Rectangle 1343"/>
          <p:cNvSpPr/>
          <p:nvPr/>
        </p:nvSpPr>
        <p:spPr>
          <a:xfrm>
            <a:off x="3329310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5" name="Rectangle 1344"/>
          <p:cNvSpPr/>
          <p:nvPr/>
        </p:nvSpPr>
        <p:spPr>
          <a:xfrm>
            <a:off x="3468358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6" name="Rectangle 1345"/>
          <p:cNvSpPr/>
          <p:nvPr/>
        </p:nvSpPr>
        <p:spPr>
          <a:xfrm>
            <a:off x="3607407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7" name="Rectangle 1346"/>
          <p:cNvSpPr/>
          <p:nvPr/>
        </p:nvSpPr>
        <p:spPr>
          <a:xfrm>
            <a:off x="3746455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8" name="Rectangle 1347"/>
          <p:cNvSpPr/>
          <p:nvPr/>
        </p:nvSpPr>
        <p:spPr>
          <a:xfrm>
            <a:off x="3885504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9" name="Rectangle 1348"/>
          <p:cNvSpPr/>
          <p:nvPr/>
        </p:nvSpPr>
        <p:spPr>
          <a:xfrm>
            <a:off x="4024552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0" name="Rectangle 1349"/>
          <p:cNvSpPr/>
          <p:nvPr/>
        </p:nvSpPr>
        <p:spPr>
          <a:xfrm>
            <a:off x="4163601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1" name="Rectangle 1350"/>
          <p:cNvSpPr/>
          <p:nvPr/>
        </p:nvSpPr>
        <p:spPr>
          <a:xfrm>
            <a:off x="4302649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2" name="Rectangle 1351"/>
          <p:cNvSpPr/>
          <p:nvPr/>
        </p:nvSpPr>
        <p:spPr>
          <a:xfrm>
            <a:off x="4441698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3" name="Rectangle 1352"/>
          <p:cNvSpPr/>
          <p:nvPr/>
        </p:nvSpPr>
        <p:spPr>
          <a:xfrm>
            <a:off x="458074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4" name="Rectangle 1353"/>
          <p:cNvSpPr/>
          <p:nvPr/>
        </p:nvSpPr>
        <p:spPr>
          <a:xfrm>
            <a:off x="4719794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5" name="Rectangle 1354"/>
          <p:cNvSpPr/>
          <p:nvPr/>
        </p:nvSpPr>
        <p:spPr>
          <a:xfrm>
            <a:off x="4858843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6" name="Rectangle 1355"/>
          <p:cNvSpPr/>
          <p:nvPr/>
        </p:nvSpPr>
        <p:spPr>
          <a:xfrm>
            <a:off x="4997891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7" name="Rectangle 1356"/>
          <p:cNvSpPr/>
          <p:nvPr/>
        </p:nvSpPr>
        <p:spPr>
          <a:xfrm>
            <a:off x="5136940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8" name="Rectangle 1357"/>
          <p:cNvSpPr/>
          <p:nvPr/>
        </p:nvSpPr>
        <p:spPr>
          <a:xfrm>
            <a:off x="5275988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9" name="Rectangle 1358"/>
          <p:cNvSpPr/>
          <p:nvPr/>
        </p:nvSpPr>
        <p:spPr>
          <a:xfrm>
            <a:off x="5415037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0" name="Rectangle 1359"/>
          <p:cNvSpPr/>
          <p:nvPr/>
        </p:nvSpPr>
        <p:spPr>
          <a:xfrm>
            <a:off x="5554085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1" name="Rectangle 1360"/>
          <p:cNvSpPr/>
          <p:nvPr/>
        </p:nvSpPr>
        <p:spPr>
          <a:xfrm>
            <a:off x="5693133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2" name="Rectangle 1361"/>
          <p:cNvSpPr/>
          <p:nvPr/>
        </p:nvSpPr>
        <p:spPr>
          <a:xfrm>
            <a:off x="5832182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3" name="Rectangle 1362"/>
          <p:cNvSpPr/>
          <p:nvPr/>
        </p:nvSpPr>
        <p:spPr>
          <a:xfrm>
            <a:off x="5971230" y="389351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4" name="Rectangle 1363"/>
          <p:cNvSpPr/>
          <p:nvPr/>
        </p:nvSpPr>
        <p:spPr>
          <a:xfrm>
            <a:off x="6110279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5" name="Rectangle 1364"/>
          <p:cNvSpPr/>
          <p:nvPr/>
        </p:nvSpPr>
        <p:spPr>
          <a:xfrm>
            <a:off x="6249327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6" name="Rectangle 1365"/>
          <p:cNvSpPr/>
          <p:nvPr/>
        </p:nvSpPr>
        <p:spPr>
          <a:xfrm>
            <a:off x="638837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7" name="Rectangle 1366"/>
          <p:cNvSpPr/>
          <p:nvPr/>
        </p:nvSpPr>
        <p:spPr>
          <a:xfrm>
            <a:off x="6527424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8" name="Rectangle 1367"/>
          <p:cNvSpPr/>
          <p:nvPr/>
        </p:nvSpPr>
        <p:spPr>
          <a:xfrm>
            <a:off x="6666472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9" name="Rectangle 1368"/>
          <p:cNvSpPr/>
          <p:nvPr/>
        </p:nvSpPr>
        <p:spPr>
          <a:xfrm>
            <a:off x="6805521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0" name="Rectangle 1369"/>
          <p:cNvSpPr/>
          <p:nvPr/>
        </p:nvSpPr>
        <p:spPr>
          <a:xfrm>
            <a:off x="6944569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1" name="Rectangle 1370"/>
          <p:cNvSpPr/>
          <p:nvPr/>
        </p:nvSpPr>
        <p:spPr>
          <a:xfrm>
            <a:off x="7083618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2" name="Rectangle 1371"/>
          <p:cNvSpPr/>
          <p:nvPr/>
        </p:nvSpPr>
        <p:spPr>
          <a:xfrm>
            <a:off x="7222666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3" name="Rectangle 1372"/>
          <p:cNvSpPr/>
          <p:nvPr/>
        </p:nvSpPr>
        <p:spPr>
          <a:xfrm>
            <a:off x="7361715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4" name="Rectangle 1373"/>
          <p:cNvSpPr/>
          <p:nvPr/>
        </p:nvSpPr>
        <p:spPr>
          <a:xfrm>
            <a:off x="7500763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5" name="Rectangle 1374"/>
          <p:cNvSpPr/>
          <p:nvPr/>
        </p:nvSpPr>
        <p:spPr>
          <a:xfrm>
            <a:off x="7639812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6" name="Rectangle 1375"/>
          <p:cNvSpPr/>
          <p:nvPr/>
        </p:nvSpPr>
        <p:spPr>
          <a:xfrm>
            <a:off x="7778860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7" name="Rectangle 1376"/>
          <p:cNvSpPr/>
          <p:nvPr/>
        </p:nvSpPr>
        <p:spPr>
          <a:xfrm>
            <a:off x="7917908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8" name="Rectangle 1377"/>
          <p:cNvSpPr/>
          <p:nvPr/>
        </p:nvSpPr>
        <p:spPr>
          <a:xfrm>
            <a:off x="8056957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9" name="Rectangle 1378"/>
          <p:cNvSpPr/>
          <p:nvPr/>
        </p:nvSpPr>
        <p:spPr>
          <a:xfrm>
            <a:off x="8196005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0" name="Rectangle 1379"/>
          <p:cNvSpPr/>
          <p:nvPr/>
        </p:nvSpPr>
        <p:spPr>
          <a:xfrm>
            <a:off x="8335054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1" name="Rectangle 1380"/>
          <p:cNvSpPr/>
          <p:nvPr/>
        </p:nvSpPr>
        <p:spPr>
          <a:xfrm>
            <a:off x="8474102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2" name="Rectangle 1381"/>
          <p:cNvSpPr/>
          <p:nvPr/>
        </p:nvSpPr>
        <p:spPr>
          <a:xfrm>
            <a:off x="8613151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3" name="Rectangle 1382"/>
          <p:cNvSpPr/>
          <p:nvPr/>
        </p:nvSpPr>
        <p:spPr>
          <a:xfrm>
            <a:off x="8752199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4" name="Rectangle 1383"/>
          <p:cNvSpPr/>
          <p:nvPr/>
        </p:nvSpPr>
        <p:spPr>
          <a:xfrm>
            <a:off x="8891247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5" name="Rectangle 1384"/>
          <p:cNvSpPr/>
          <p:nvPr/>
        </p:nvSpPr>
        <p:spPr>
          <a:xfrm>
            <a:off x="903029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6" name="Rectangle 1385"/>
          <p:cNvSpPr/>
          <p:nvPr/>
        </p:nvSpPr>
        <p:spPr>
          <a:xfrm>
            <a:off x="9169344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7" name="Rectangle 1386"/>
          <p:cNvSpPr/>
          <p:nvPr/>
        </p:nvSpPr>
        <p:spPr>
          <a:xfrm>
            <a:off x="9308393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8" name="Rectangle 1387"/>
          <p:cNvSpPr/>
          <p:nvPr/>
        </p:nvSpPr>
        <p:spPr>
          <a:xfrm>
            <a:off x="9447441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9" name="Rectangle 1388"/>
          <p:cNvSpPr/>
          <p:nvPr/>
        </p:nvSpPr>
        <p:spPr>
          <a:xfrm>
            <a:off x="9586490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0" name="Rectangle 1389"/>
          <p:cNvSpPr/>
          <p:nvPr/>
        </p:nvSpPr>
        <p:spPr>
          <a:xfrm>
            <a:off x="9725538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1" name="Rectangle 1390"/>
          <p:cNvSpPr/>
          <p:nvPr/>
        </p:nvSpPr>
        <p:spPr>
          <a:xfrm>
            <a:off x="986458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2" name="Rectangle 1391"/>
          <p:cNvSpPr/>
          <p:nvPr/>
        </p:nvSpPr>
        <p:spPr>
          <a:xfrm>
            <a:off x="10003635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3" name="Rectangle 1392"/>
          <p:cNvSpPr/>
          <p:nvPr/>
        </p:nvSpPr>
        <p:spPr>
          <a:xfrm>
            <a:off x="10142683" y="3893515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4" name="Rectangle 1393"/>
          <p:cNvSpPr/>
          <p:nvPr/>
        </p:nvSpPr>
        <p:spPr>
          <a:xfrm>
            <a:off x="10281732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5" name="Rectangle 1394"/>
          <p:cNvSpPr/>
          <p:nvPr/>
        </p:nvSpPr>
        <p:spPr>
          <a:xfrm>
            <a:off x="10420780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6" name="Rectangle 1395"/>
          <p:cNvSpPr/>
          <p:nvPr/>
        </p:nvSpPr>
        <p:spPr>
          <a:xfrm>
            <a:off x="10559829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7" name="Rectangle 1396"/>
          <p:cNvSpPr/>
          <p:nvPr/>
        </p:nvSpPr>
        <p:spPr>
          <a:xfrm>
            <a:off x="10698877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8" name="Rectangle 1397"/>
          <p:cNvSpPr/>
          <p:nvPr/>
        </p:nvSpPr>
        <p:spPr>
          <a:xfrm>
            <a:off x="1083792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9" name="Rectangle 1398"/>
          <p:cNvSpPr/>
          <p:nvPr/>
        </p:nvSpPr>
        <p:spPr>
          <a:xfrm>
            <a:off x="10976974" y="389351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0" name="Rectangle 1399"/>
          <p:cNvSpPr/>
          <p:nvPr/>
        </p:nvSpPr>
        <p:spPr>
          <a:xfrm>
            <a:off x="11116022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1" name="Rectangle 1400"/>
          <p:cNvSpPr/>
          <p:nvPr/>
        </p:nvSpPr>
        <p:spPr>
          <a:xfrm>
            <a:off x="11255071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2" name="Rectangle 1401"/>
          <p:cNvSpPr/>
          <p:nvPr/>
        </p:nvSpPr>
        <p:spPr>
          <a:xfrm>
            <a:off x="11394119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3" name="Rectangle 1402"/>
          <p:cNvSpPr/>
          <p:nvPr/>
        </p:nvSpPr>
        <p:spPr>
          <a:xfrm>
            <a:off x="11533168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4" name="Rectangle 1403"/>
          <p:cNvSpPr/>
          <p:nvPr/>
        </p:nvSpPr>
        <p:spPr>
          <a:xfrm>
            <a:off x="11672216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5" name="Rectangle 1404"/>
          <p:cNvSpPr/>
          <p:nvPr/>
        </p:nvSpPr>
        <p:spPr>
          <a:xfrm>
            <a:off x="11811265" y="389351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6" name="Rectangle 1405"/>
          <p:cNvSpPr/>
          <p:nvPr/>
        </p:nvSpPr>
        <p:spPr>
          <a:xfrm>
            <a:off x="11950313" y="389351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7" name="Rectangle 1406"/>
          <p:cNvSpPr/>
          <p:nvPr/>
        </p:nvSpPr>
        <p:spPr>
          <a:xfrm>
            <a:off x="12089361" y="389351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8" name="Rectangle 1407"/>
          <p:cNvSpPr/>
          <p:nvPr/>
        </p:nvSpPr>
        <p:spPr>
          <a:xfrm>
            <a:off x="12228410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9" name="Rectangle 1408"/>
          <p:cNvSpPr/>
          <p:nvPr/>
        </p:nvSpPr>
        <p:spPr>
          <a:xfrm>
            <a:off x="12367458" y="389351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0" name="Rectangle 1409"/>
          <p:cNvSpPr/>
          <p:nvPr/>
        </p:nvSpPr>
        <p:spPr>
          <a:xfrm>
            <a:off x="12506507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1" name="Rectangle 1410"/>
          <p:cNvSpPr/>
          <p:nvPr/>
        </p:nvSpPr>
        <p:spPr>
          <a:xfrm>
            <a:off x="12645555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2" name="Rectangle 1411"/>
          <p:cNvSpPr/>
          <p:nvPr/>
        </p:nvSpPr>
        <p:spPr>
          <a:xfrm>
            <a:off x="12784604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3" name="Rectangle 1412"/>
          <p:cNvSpPr/>
          <p:nvPr/>
        </p:nvSpPr>
        <p:spPr>
          <a:xfrm>
            <a:off x="12923652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4" name="Rectangle 1413"/>
          <p:cNvSpPr/>
          <p:nvPr/>
        </p:nvSpPr>
        <p:spPr>
          <a:xfrm>
            <a:off x="13062700" y="389351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5" name="Rectangle 1414"/>
          <p:cNvSpPr/>
          <p:nvPr/>
        </p:nvSpPr>
        <p:spPr>
          <a:xfrm>
            <a:off x="13201749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6" name="Rectangle 1415"/>
          <p:cNvSpPr/>
          <p:nvPr/>
        </p:nvSpPr>
        <p:spPr>
          <a:xfrm>
            <a:off x="13340797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7" name="Rectangle 1416"/>
          <p:cNvSpPr/>
          <p:nvPr/>
        </p:nvSpPr>
        <p:spPr>
          <a:xfrm>
            <a:off x="13479846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8" name="Rectangle 1417"/>
          <p:cNvSpPr/>
          <p:nvPr/>
        </p:nvSpPr>
        <p:spPr>
          <a:xfrm>
            <a:off x="13618894" y="389351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9" name="Rectangle 1418"/>
          <p:cNvSpPr/>
          <p:nvPr/>
        </p:nvSpPr>
        <p:spPr>
          <a:xfrm>
            <a:off x="13757943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0" name="Rectangle 1419"/>
          <p:cNvSpPr/>
          <p:nvPr/>
        </p:nvSpPr>
        <p:spPr>
          <a:xfrm>
            <a:off x="13896991" y="389351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1" name="TextBox 1420"/>
          <p:cNvSpPr txBox="1"/>
          <p:nvPr/>
        </p:nvSpPr>
        <p:spPr>
          <a:xfrm>
            <a:off x="676656" y="4009644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15</a:t>
            </a:r>
          </a:p>
        </p:txBody>
      </p:sp>
      <p:sp>
        <p:nvSpPr>
          <p:cNvPr id="1422" name="Rectangle 1421"/>
          <p:cNvSpPr/>
          <p:nvPr/>
        </p:nvSpPr>
        <p:spPr>
          <a:xfrm>
            <a:off x="1243584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3" name="Rectangle 1422"/>
          <p:cNvSpPr/>
          <p:nvPr/>
        </p:nvSpPr>
        <p:spPr>
          <a:xfrm>
            <a:off x="1382632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4" name="Rectangle 1423"/>
          <p:cNvSpPr/>
          <p:nvPr/>
        </p:nvSpPr>
        <p:spPr>
          <a:xfrm>
            <a:off x="1521680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5" name="Rectangle 1424"/>
          <p:cNvSpPr/>
          <p:nvPr/>
        </p:nvSpPr>
        <p:spPr>
          <a:xfrm>
            <a:off x="1660729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6" name="Rectangle 1425"/>
          <p:cNvSpPr/>
          <p:nvPr/>
        </p:nvSpPr>
        <p:spPr>
          <a:xfrm>
            <a:off x="1799777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7" name="Rectangle 1426"/>
          <p:cNvSpPr/>
          <p:nvPr/>
        </p:nvSpPr>
        <p:spPr>
          <a:xfrm>
            <a:off x="1938826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8" name="Rectangle 1427"/>
          <p:cNvSpPr/>
          <p:nvPr/>
        </p:nvSpPr>
        <p:spPr>
          <a:xfrm>
            <a:off x="2077874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9" name="Rectangle 1428"/>
          <p:cNvSpPr/>
          <p:nvPr/>
        </p:nvSpPr>
        <p:spPr>
          <a:xfrm>
            <a:off x="2216923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0" name="Rectangle 1429"/>
          <p:cNvSpPr/>
          <p:nvPr/>
        </p:nvSpPr>
        <p:spPr>
          <a:xfrm>
            <a:off x="2355971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1" name="Rectangle 1430"/>
          <p:cNvSpPr/>
          <p:nvPr/>
        </p:nvSpPr>
        <p:spPr>
          <a:xfrm>
            <a:off x="2495019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2" name="Rectangle 1431"/>
          <p:cNvSpPr/>
          <p:nvPr/>
        </p:nvSpPr>
        <p:spPr>
          <a:xfrm>
            <a:off x="2634068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3" name="Rectangle 1432"/>
          <p:cNvSpPr/>
          <p:nvPr/>
        </p:nvSpPr>
        <p:spPr>
          <a:xfrm>
            <a:off x="2773116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4" name="Rectangle 1433"/>
          <p:cNvSpPr/>
          <p:nvPr/>
        </p:nvSpPr>
        <p:spPr>
          <a:xfrm>
            <a:off x="2912165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5" name="Rectangle 1434"/>
          <p:cNvSpPr/>
          <p:nvPr/>
        </p:nvSpPr>
        <p:spPr>
          <a:xfrm>
            <a:off x="3051213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6" name="Rectangle 1435"/>
          <p:cNvSpPr/>
          <p:nvPr/>
        </p:nvSpPr>
        <p:spPr>
          <a:xfrm>
            <a:off x="3190262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7" name="Rectangle 1436"/>
          <p:cNvSpPr/>
          <p:nvPr/>
        </p:nvSpPr>
        <p:spPr>
          <a:xfrm>
            <a:off x="3329310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8" name="Rectangle 1437"/>
          <p:cNvSpPr/>
          <p:nvPr/>
        </p:nvSpPr>
        <p:spPr>
          <a:xfrm>
            <a:off x="3468358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9" name="Rectangle 1438"/>
          <p:cNvSpPr/>
          <p:nvPr/>
        </p:nvSpPr>
        <p:spPr>
          <a:xfrm>
            <a:off x="3607407" y="400964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0" name="Rectangle 1439"/>
          <p:cNvSpPr/>
          <p:nvPr/>
        </p:nvSpPr>
        <p:spPr>
          <a:xfrm>
            <a:off x="3746455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1" name="Rectangle 1440"/>
          <p:cNvSpPr/>
          <p:nvPr/>
        </p:nvSpPr>
        <p:spPr>
          <a:xfrm>
            <a:off x="3885504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2" name="Rectangle 1441"/>
          <p:cNvSpPr/>
          <p:nvPr/>
        </p:nvSpPr>
        <p:spPr>
          <a:xfrm>
            <a:off x="4024552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3" name="Rectangle 1442"/>
          <p:cNvSpPr/>
          <p:nvPr/>
        </p:nvSpPr>
        <p:spPr>
          <a:xfrm>
            <a:off x="4163601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4" name="Rectangle 1443"/>
          <p:cNvSpPr/>
          <p:nvPr/>
        </p:nvSpPr>
        <p:spPr>
          <a:xfrm>
            <a:off x="4302649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5" name="Rectangle 1444"/>
          <p:cNvSpPr/>
          <p:nvPr/>
        </p:nvSpPr>
        <p:spPr>
          <a:xfrm>
            <a:off x="4441698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6" name="Rectangle 1445"/>
          <p:cNvSpPr/>
          <p:nvPr/>
        </p:nvSpPr>
        <p:spPr>
          <a:xfrm>
            <a:off x="4580746" y="400964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7" name="Rectangle 1446"/>
          <p:cNvSpPr/>
          <p:nvPr/>
        </p:nvSpPr>
        <p:spPr>
          <a:xfrm>
            <a:off x="4719794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8" name="Rectangle 1447"/>
          <p:cNvSpPr/>
          <p:nvPr/>
        </p:nvSpPr>
        <p:spPr>
          <a:xfrm>
            <a:off x="4858843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9" name="Rectangle 1448"/>
          <p:cNvSpPr/>
          <p:nvPr/>
        </p:nvSpPr>
        <p:spPr>
          <a:xfrm>
            <a:off x="4997891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0" name="Rectangle 1449"/>
          <p:cNvSpPr/>
          <p:nvPr/>
        </p:nvSpPr>
        <p:spPr>
          <a:xfrm>
            <a:off x="5136940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1" name="Rectangle 1450"/>
          <p:cNvSpPr/>
          <p:nvPr/>
        </p:nvSpPr>
        <p:spPr>
          <a:xfrm>
            <a:off x="5275988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2" name="Rectangle 1451"/>
          <p:cNvSpPr/>
          <p:nvPr/>
        </p:nvSpPr>
        <p:spPr>
          <a:xfrm>
            <a:off x="5415037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3" name="Rectangle 1452"/>
          <p:cNvSpPr/>
          <p:nvPr/>
        </p:nvSpPr>
        <p:spPr>
          <a:xfrm>
            <a:off x="5554085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4" name="Rectangle 1453"/>
          <p:cNvSpPr/>
          <p:nvPr/>
        </p:nvSpPr>
        <p:spPr>
          <a:xfrm>
            <a:off x="5693133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5" name="Rectangle 1454"/>
          <p:cNvSpPr/>
          <p:nvPr/>
        </p:nvSpPr>
        <p:spPr>
          <a:xfrm>
            <a:off x="5832182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6" name="Rectangle 1455"/>
          <p:cNvSpPr/>
          <p:nvPr/>
        </p:nvSpPr>
        <p:spPr>
          <a:xfrm>
            <a:off x="5971230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7" name="Rectangle 1456"/>
          <p:cNvSpPr/>
          <p:nvPr/>
        </p:nvSpPr>
        <p:spPr>
          <a:xfrm>
            <a:off x="6110279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8" name="Rectangle 1457"/>
          <p:cNvSpPr/>
          <p:nvPr/>
        </p:nvSpPr>
        <p:spPr>
          <a:xfrm>
            <a:off x="6249327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9" name="Rectangle 1458"/>
          <p:cNvSpPr/>
          <p:nvPr/>
        </p:nvSpPr>
        <p:spPr>
          <a:xfrm>
            <a:off x="6388376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0" name="Rectangle 1459"/>
          <p:cNvSpPr/>
          <p:nvPr/>
        </p:nvSpPr>
        <p:spPr>
          <a:xfrm>
            <a:off x="6527424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1" name="Rectangle 1460"/>
          <p:cNvSpPr/>
          <p:nvPr/>
        </p:nvSpPr>
        <p:spPr>
          <a:xfrm>
            <a:off x="6666472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2" name="Rectangle 1461"/>
          <p:cNvSpPr/>
          <p:nvPr/>
        </p:nvSpPr>
        <p:spPr>
          <a:xfrm>
            <a:off x="6805521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3" name="Rectangle 1462"/>
          <p:cNvSpPr/>
          <p:nvPr/>
        </p:nvSpPr>
        <p:spPr>
          <a:xfrm>
            <a:off x="6944569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4" name="Rectangle 1463"/>
          <p:cNvSpPr/>
          <p:nvPr/>
        </p:nvSpPr>
        <p:spPr>
          <a:xfrm>
            <a:off x="7083618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5" name="Rectangle 1464"/>
          <p:cNvSpPr/>
          <p:nvPr/>
        </p:nvSpPr>
        <p:spPr>
          <a:xfrm>
            <a:off x="7222666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6" name="Rectangle 1465"/>
          <p:cNvSpPr/>
          <p:nvPr/>
        </p:nvSpPr>
        <p:spPr>
          <a:xfrm>
            <a:off x="7361715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7" name="Rectangle 1466"/>
          <p:cNvSpPr/>
          <p:nvPr/>
        </p:nvSpPr>
        <p:spPr>
          <a:xfrm>
            <a:off x="7500763" y="400964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8" name="Rectangle 1467"/>
          <p:cNvSpPr/>
          <p:nvPr/>
        </p:nvSpPr>
        <p:spPr>
          <a:xfrm>
            <a:off x="7639812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9" name="Rectangle 1468"/>
          <p:cNvSpPr/>
          <p:nvPr/>
        </p:nvSpPr>
        <p:spPr>
          <a:xfrm>
            <a:off x="7778860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0" name="Rectangle 1469"/>
          <p:cNvSpPr/>
          <p:nvPr/>
        </p:nvSpPr>
        <p:spPr>
          <a:xfrm>
            <a:off x="7917908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1" name="Rectangle 1470"/>
          <p:cNvSpPr/>
          <p:nvPr/>
        </p:nvSpPr>
        <p:spPr>
          <a:xfrm>
            <a:off x="8056957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2" name="Rectangle 1471"/>
          <p:cNvSpPr/>
          <p:nvPr/>
        </p:nvSpPr>
        <p:spPr>
          <a:xfrm>
            <a:off x="8196005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3" name="Rectangle 1472"/>
          <p:cNvSpPr/>
          <p:nvPr/>
        </p:nvSpPr>
        <p:spPr>
          <a:xfrm>
            <a:off x="8335054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4" name="Rectangle 1473"/>
          <p:cNvSpPr/>
          <p:nvPr/>
        </p:nvSpPr>
        <p:spPr>
          <a:xfrm>
            <a:off x="8474102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5" name="Rectangle 1474"/>
          <p:cNvSpPr/>
          <p:nvPr/>
        </p:nvSpPr>
        <p:spPr>
          <a:xfrm>
            <a:off x="8613151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6" name="Rectangle 1475"/>
          <p:cNvSpPr/>
          <p:nvPr/>
        </p:nvSpPr>
        <p:spPr>
          <a:xfrm>
            <a:off x="8752199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7" name="Rectangle 1476"/>
          <p:cNvSpPr/>
          <p:nvPr/>
        </p:nvSpPr>
        <p:spPr>
          <a:xfrm>
            <a:off x="8891247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8" name="Rectangle 1477"/>
          <p:cNvSpPr/>
          <p:nvPr/>
        </p:nvSpPr>
        <p:spPr>
          <a:xfrm>
            <a:off x="9030296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9" name="Rectangle 1478"/>
          <p:cNvSpPr/>
          <p:nvPr/>
        </p:nvSpPr>
        <p:spPr>
          <a:xfrm>
            <a:off x="9169344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0" name="Rectangle 1479"/>
          <p:cNvSpPr/>
          <p:nvPr/>
        </p:nvSpPr>
        <p:spPr>
          <a:xfrm>
            <a:off x="9308393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1" name="Rectangle 1480"/>
          <p:cNvSpPr/>
          <p:nvPr/>
        </p:nvSpPr>
        <p:spPr>
          <a:xfrm>
            <a:off x="9447441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2" name="Rectangle 1481"/>
          <p:cNvSpPr/>
          <p:nvPr/>
        </p:nvSpPr>
        <p:spPr>
          <a:xfrm>
            <a:off x="9586490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3" name="Rectangle 1482"/>
          <p:cNvSpPr/>
          <p:nvPr/>
        </p:nvSpPr>
        <p:spPr>
          <a:xfrm>
            <a:off x="9725538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4" name="Rectangle 1483"/>
          <p:cNvSpPr/>
          <p:nvPr/>
        </p:nvSpPr>
        <p:spPr>
          <a:xfrm>
            <a:off x="9864586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5" name="Rectangle 1484"/>
          <p:cNvSpPr/>
          <p:nvPr/>
        </p:nvSpPr>
        <p:spPr>
          <a:xfrm>
            <a:off x="10003635" y="400964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6" name="Rectangle 1485"/>
          <p:cNvSpPr/>
          <p:nvPr/>
        </p:nvSpPr>
        <p:spPr>
          <a:xfrm>
            <a:off x="10142683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7" name="Rectangle 1486"/>
          <p:cNvSpPr/>
          <p:nvPr/>
        </p:nvSpPr>
        <p:spPr>
          <a:xfrm>
            <a:off x="10281732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8" name="Rectangle 1487"/>
          <p:cNvSpPr/>
          <p:nvPr/>
        </p:nvSpPr>
        <p:spPr>
          <a:xfrm>
            <a:off x="10420780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9" name="Rectangle 1488"/>
          <p:cNvSpPr/>
          <p:nvPr/>
        </p:nvSpPr>
        <p:spPr>
          <a:xfrm>
            <a:off x="10559829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0" name="Rectangle 1489"/>
          <p:cNvSpPr/>
          <p:nvPr/>
        </p:nvSpPr>
        <p:spPr>
          <a:xfrm>
            <a:off x="10698877" y="400964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1" name="Rectangle 1490"/>
          <p:cNvSpPr/>
          <p:nvPr/>
        </p:nvSpPr>
        <p:spPr>
          <a:xfrm>
            <a:off x="10837926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2" name="Rectangle 1491"/>
          <p:cNvSpPr/>
          <p:nvPr/>
        </p:nvSpPr>
        <p:spPr>
          <a:xfrm>
            <a:off x="10976974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3" name="Rectangle 1492"/>
          <p:cNvSpPr/>
          <p:nvPr/>
        </p:nvSpPr>
        <p:spPr>
          <a:xfrm>
            <a:off x="11116022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4" name="Rectangle 1493"/>
          <p:cNvSpPr/>
          <p:nvPr/>
        </p:nvSpPr>
        <p:spPr>
          <a:xfrm>
            <a:off x="11255071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5" name="Rectangle 1494"/>
          <p:cNvSpPr/>
          <p:nvPr/>
        </p:nvSpPr>
        <p:spPr>
          <a:xfrm>
            <a:off x="11394119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6" name="Rectangle 1495"/>
          <p:cNvSpPr/>
          <p:nvPr/>
        </p:nvSpPr>
        <p:spPr>
          <a:xfrm>
            <a:off x="11533168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7" name="Rectangle 1496"/>
          <p:cNvSpPr/>
          <p:nvPr/>
        </p:nvSpPr>
        <p:spPr>
          <a:xfrm>
            <a:off x="11672216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8" name="Rectangle 1497"/>
          <p:cNvSpPr/>
          <p:nvPr/>
        </p:nvSpPr>
        <p:spPr>
          <a:xfrm>
            <a:off x="11811265" y="400964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9" name="Rectangle 1498"/>
          <p:cNvSpPr/>
          <p:nvPr/>
        </p:nvSpPr>
        <p:spPr>
          <a:xfrm>
            <a:off x="11950313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0" name="Rectangle 1499"/>
          <p:cNvSpPr/>
          <p:nvPr/>
        </p:nvSpPr>
        <p:spPr>
          <a:xfrm>
            <a:off x="12089361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1" name="Rectangle 1500"/>
          <p:cNvSpPr/>
          <p:nvPr/>
        </p:nvSpPr>
        <p:spPr>
          <a:xfrm>
            <a:off x="12228410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2" name="Rectangle 1501"/>
          <p:cNvSpPr/>
          <p:nvPr/>
        </p:nvSpPr>
        <p:spPr>
          <a:xfrm>
            <a:off x="12367458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3" name="Rectangle 1502"/>
          <p:cNvSpPr/>
          <p:nvPr/>
        </p:nvSpPr>
        <p:spPr>
          <a:xfrm>
            <a:off x="12506507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4" name="Rectangle 1503"/>
          <p:cNvSpPr/>
          <p:nvPr/>
        </p:nvSpPr>
        <p:spPr>
          <a:xfrm>
            <a:off x="12645555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5" name="Rectangle 1504"/>
          <p:cNvSpPr/>
          <p:nvPr/>
        </p:nvSpPr>
        <p:spPr>
          <a:xfrm>
            <a:off x="12784604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6" name="Rectangle 1505"/>
          <p:cNvSpPr/>
          <p:nvPr/>
        </p:nvSpPr>
        <p:spPr>
          <a:xfrm>
            <a:off x="12923652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7" name="Rectangle 1506"/>
          <p:cNvSpPr/>
          <p:nvPr/>
        </p:nvSpPr>
        <p:spPr>
          <a:xfrm>
            <a:off x="13062700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8" name="Rectangle 1507"/>
          <p:cNvSpPr/>
          <p:nvPr/>
        </p:nvSpPr>
        <p:spPr>
          <a:xfrm>
            <a:off x="13201749" y="400964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9" name="Rectangle 1508"/>
          <p:cNvSpPr/>
          <p:nvPr/>
        </p:nvSpPr>
        <p:spPr>
          <a:xfrm>
            <a:off x="13340797" y="400964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0" name="Rectangle 1509"/>
          <p:cNvSpPr/>
          <p:nvPr/>
        </p:nvSpPr>
        <p:spPr>
          <a:xfrm>
            <a:off x="13479846" y="400964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1" name="Rectangle 1510"/>
          <p:cNvSpPr/>
          <p:nvPr/>
        </p:nvSpPr>
        <p:spPr>
          <a:xfrm>
            <a:off x="13618894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2" name="Rectangle 1511"/>
          <p:cNvSpPr/>
          <p:nvPr/>
        </p:nvSpPr>
        <p:spPr>
          <a:xfrm>
            <a:off x="13757943" y="400964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3" name="Rectangle 1512"/>
          <p:cNvSpPr/>
          <p:nvPr/>
        </p:nvSpPr>
        <p:spPr>
          <a:xfrm>
            <a:off x="13896991" y="400964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4" name="TextBox 1513"/>
          <p:cNvSpPr txBox="1"/>
          <p:nvPr/>
        </p:nvSpPr>
        <p:spPr>
          <a:xfrm>
            <a:off x="676656" y="4125772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16</a:t>
            </a:r>
          </a:p>
        </p:txBody>
      </p:sp>
      <p:sp>
        <p:nvSpPr>
          <p:cNvPr id="1515" name="Rectangle 1514"/>
          <p:cNvSpPr/>
          <p:nvPr/>
        </p:nvSpPr>
        <p:spPr>
          <a:xfrm>
            <a:off x="1243584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6" name="Rectangle 1515"/>
          <p:cNvSpPr/>
          <p:nvPr/>
        </p:nvSpPr>
        <p:spPr>
          <a:xfrm>
            <a:off x="1382632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7" name="Rectangle 1516"/>
          <p:cNvSpPr/>
          <p:nvPr/>
        </p:nvSpPr>
        <p:spPr>
          <a:xfrm>
            <a:off x="1521680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8" name="Rectangle 1517"/>
          <p:cNvSpPr/>
          <p:nvPr/>
        </p:nvSpPr>
        <p:spPr>
          <a:xfrm>
            <a:off x="1660729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9" name="Rectangle 1518"/>
          <p:cNvSpPr/>
          <p:nvPr/>
        </p:nvSpPr>
        <p:spPr>
          <a:xfrm>
            <a:off x="1799777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0" name="Rectangle 1519"/>
          <p:cNvSpPr/>
          <p:nvPr/>
        </p:nvSpPr>
        <p:spPr>
          <a:xfrm>
            <a:off x="1938826" y="412577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1" name="Rectangle 1520"/>
          <p:cNvSpPr/>
          <p:nvPr/>
        </p:nvSpPr>
        <p:spPr>
          <a:xfrm>
            <a:off x="2077874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2" name="Rectangle 1521"/>
          <p:cNvSpPr/>
          <p:nvPr/>
        </p:nvSpPr>
        <p:spPr>
          <a:xfrm>
            <a:off x="2216923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3" name="Rectangle 1522"/>
          <p:cNvSpPr/>
          <p:nvPr/>
        </p:nvSpPr>
        <p:spPr>
          <a:xfrm>
            <a:off x="2355971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4" name="Rectangle 1523"/>
          <p:cNvSpPr/>
          <p:nvPr/>
        </p:nvSpPr>
        <p:spPr>
          <a:xfrm>
            <a:off x="2495019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5" name="Rectangle 1524"/>
          <p:cNvSpPr/>
          <p:nvPr/>
        </p:nvSpPr>
        <p:spPr>
          <a:xfrm>
            <a:off x="2634068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6" name="Rectangle 1525"/>
          <p:cNvSpPr/>
          <p:nvPr/>
        </p:nvSpPr>
        <p:spPr>
          <a:xfrm>
            <a:off x="2773116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7" name="Rectangle 1526"/>
          <p:cNvSpPr/>
          <p:nvPr/>
        </p:nvSpPr>
        <p:spPr>
          <a:xfrm>
            <a:off x="2912165" y="412577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8" name="Rectangle 1527"/>
          <p:cNvSpPr/>
          <p:nvPr/>
        </p:nvSpPr>
        <p:spPr>
          <a:xfrm>
            <a:off x="3051213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9" name="Rectangle 1528"/>
          <p:cNvSpPr/>
          <p:nvPr/>
        </p:nvSpPr>
        <p:spPr>
          <a:xfrm>
            <a:off x="3190262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0" name="Rectangle 1529"/>
          <p:cNvSpPr/>
          <p:nvPr/>
        </p:nvSpPr>
        <p:spPr>
          <a:xfrm>
            <a:off x="3329310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1" name="Rectangle 1530"/>
          <p:cNvSpPr/>
          <p:nvPr/>
        </p:nvSpPr>
        <p:spPr>
          <a:xfrm>
            <a:off x="3468358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2" name="Rectangle 1531"/>
          <p:cNvSpPr/>
          <p:nvPr/>
        </p:nvSpPr>
        <p:spPr>
          <a:xfrm>
            <a:off x="3607407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3" name="Rectangle 1532"/>
          <p:cNvSpPr/>
          <p:nvPr/>
        </p:nvSpPr>
        <p:spPr>
          <a:xfrm>
            <a:off x="3746455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4" name="Rectangle 1533"/>
          <p:cNvSpPr/>
          <p:nvPr/>
        </p:nvSpPr>
        <p:spPr>
          <a:xfrm>
            <a:off x="3885504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5" name="Rectangle 1534"/>
          <p:cNvSpPr/>
          <p:nvPr/>
        </p:nvSpPr>
        <p:spPr>
          <a:xfrm>
            <a:off x="4024552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6" name="Rectangle 1535"/>
          <p:cNvSpPr/>
          <p:nvPr/>
        </p:nvSpPr>
        <p:spPr>
          <a:xfrm>
            <a:off x="4163601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7" name="Rectangle 1536"/>
          <p:cNvSpPr/>
          <p:nvPr/>
        </p:nvSpPr>
        <p:spPr>
          <a:xfrm>
            <a:off x="4302649" y="412577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8" name="Rectangle 1537"/>
          <p:cNvSpPr/>
          <p:nvPr/>
        </p:nvSpPr>
        <p:spPr>
          <a:xfrm>
            <a:off x="4441698" y="412577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9" name="Rectangle 1538"/>
          <p:cNvSpPr/>
          <p:nvPr/>
        </p:nvSpPr>
        <p:spPr>
          <a:xfrm>
            <a:off x="4580746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0" name="Rectangle 1539"/>
          <p:cNvSpPr/>
          <p:nvPr/>
        </p:nvSpPr>
        <p:spPr>
          <a:xfrm>
            <a:off x="4719794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1" name="Rectangle 1540"/>
          <p:cNvSpPr/>
          <p:nvPr/>
        </p:nvSpPr>
        <p:spPr>
          <a:xfrm>
            <a:off x="4858843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2" name="Rectangle 1541"/>
          <p:cNvSpPr/>
          <p:nvPr/>
        </p:nvSpPr>
        <p:spPr>
          <a:xfrm>
            <a:off x="4997891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3" name="Rectangle 1542"/>
          <p:cNvSpPr/>
          <p:nvPr/>
        </p:nvSpPr>
        <p:spPr>
          <a:xfrm>
            <a:off x="5136940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4" name="Rectangle 1543"/>
          <p:cNvSpPr/>
          <p:nvPr/>
        </p:nvSpPr>
        <p:spPr>
          <a:xfrm>
            <a:off x="5275988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5" name="Rectangle 1544"/>
          <p:cNvSpPr/>
          <p:nvPr/>
        </p:nvSpPr>
        <p:spPr>
          <a:xfrm>
            <a:off x="5415037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6" name="Rectangle 1545"/>
          <p:cNvSpPr/>
          <p:nvPr/>
        </p:nvSpPr>
        <p:spPr>
          <a:xfrm>
            <a:off x="5554085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7" name="Rectangle 1546"/>
          <p:cNvSpPr/>
          <p:nvPr/>
        </p:nvSpPr>
        <p:spPr>
          <a:xfrm>
            <a:off x="5693133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Rectangle 1547"/>
          <p:cNvSpPr/>
          <p:nvPr/>
        </p:nvSpPr>
        <p:spPr>
          <a:xfrm>
            <a:off x="5832182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9" name="Rectangle 1548"/>
          <p:cNvSpPr/>
          <p:nvPr/>
        </p:nvSpPr>
        <p:spPr>
          <a:xfrm>
            <a:off x="5971230" y="4125772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0" name="Rectangle 1549"/>
          <p:cNvSpPr/>
          <p:nvPr/>
        </p:nvSpPr>
        <p:spPr>
          <a:xfrm>
            <a:off x="6110279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1" name="Rectangle 1550"/>
          <p:cNvSpPr/>
          <p:nvPr/>
        </p:nvSpPr>
        <p:spPr>
          <a:xfrm>
            <a:off x="6249327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2" name="Rectangle 1551"/>
          <p:cNvSpPr/>
          <p:nvPr/>
        </p:nvSpPr>
        <p:spPr>
          <a:xfrm>
            <a:off x="6388376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3" name="Rectangle 1552"/>
          <p:cNvSpPr/>
          <p:nvPr/>
        </p:nvSpPr>
        <p:spPr>
          <a:xfrm>
            <a:off x="6527424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4" name="Rectangle 1553"/>
          <p:cNvSpPr/>
          <p:nvPr/>
        </p:nvSpPr>
        <p:spPr>
          <a:xfrm>
            <a:off x="6666472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5" name="Rectangle 1554"/>
          <p:cNvSpPr/>
          <p:nvPr/>
        </p:nvSpPr>
        <p:spPr>
          <a:xfrm>
            <a:off x="6805521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6" name="Rectangle 1555"/>
          <p:cNvSpPr/>
          <p:nvPr/>
        </p:nvSpPr>
        <p:spPr>
          <a:xfrm>
            <a:off x="6944569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7" name="Rectangle 1556"/>
          <p:cNvSpPr/>
          <p:nvPr/>
        </p:nvSpPr>
        <p:spPr>
          <a:xfrm>
            <a:off x="7083618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8" name="Rectangle 1557"/>
          <p:cNvSpPr/>
          <p:nvPr/>
        </p:nvSpPr>
        <p:spPr>
          <a:xfrm>
            <a:off x="7222666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9" name="Rectangle 1558"/>
          <p:cNvSpPr/>
          <p:nvPr/>
        </p:nvSpPr>
        <p:spPr>
          <a:xfrm>
            <a:off x="7361715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0" name="Rectangle 1559"/>
          <p:cNvSpPr/>
          <p:nvPr/>
        </p:nvSpPr>
        <p:spPr>
          <a:xfrm>
            <a:off x="7500763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1" name="Rectangle 1560"/>
          <p:cNvSpPr/>
          <p:nvPr/>
        </p:nvSpPr>
        <p:spPr>
          <a:xfrm>
            <a:off x="7639812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2" name="Rectangle 1561"/>
          <p:cNvSpPr/>
          <p:nvPr/>
        </p:nvSpPr>
        <p:spPr>
          <a:xfrm>
            <a:off x="7778860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3" name="Rectangle 1562"/>
          <p:cNvSpPr/>
          <p:nvPr/>
        </p:nvSpPr>
        <p:spPr>
          <a:xfrm>
            <a:off x="7917908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4" name="Rectangle 1563"/>
          <p:cNvSpPr/>
          <p:nvPr/>
        </p:nvSpPr>
        <p:spPr>
          <a:xfrm>
            <a:off x="8056957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5" name="Rectangle 1564"/>
          <p:cNvSpPr/>
          <p:nvPr/>
        </p:nvSpPr>
        <p:spPr>
          <a:xfrm>
            <a:off x="8196005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6" name="Rectangle 1565"/>
          <p:cNvSpPr/>
          <p:nvPr/>
        </p:nvSpPr>
        <p:spPr>
          <a:xfrm>
            <a:off x="8335054" y="412577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7" name="Rectangle 1566"/>
          <p:cNvSpPr/>
          <p:nvPr/>
        </p:nvSpPr>
        <p:spPr>
          <a:xfrm>
            <a:off x="8474102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8" name="Rectangle 1567"/>
          <p:cNvSpPr/>
          <p:nvPr/>
        </p:nvSpPr>
        <p:spPr>
          <a:xfrm>
            <a:off x="8613151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9" name="Rectangle 1568"/>
          <p:cNvSpPr/>
          <p:nvPr/>
        </p:nvSpPr>
        <p:spPr>
          <a:xfrm>
            <a:off x="8752199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0" name="Rectangle 1569"/>
          <p:cNvSpPr/>
          <p:nvPr/>
        </p:nvSpPr>
        <p:spPr>
          <a:xfrm>
            <a:off x="8891247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1" name="Rectangle 1570"/>
          <p:cNvSpPr/>
          <p:nvPr/>
        </p:nvSpPr>
        <p:spPr>
          <a:xfrm>
            <a:off x="9030296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2" name="Rectangle 1571"/>
          <p:cNvSpPr/>
          <p:nvPr/>
        </p:nvSpPr>
        <p:spPr>
          <a:xfrm>
            <a:off x="9169344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3" name="Rectangle 1572"/>
          <p:cNvSpPr/>
          <p:nvPr/>
        </p:nvSpPr>
        <p:spPr>
          <a:xfrm>
            <a:off x="9308393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4" name="Rectangle 1573"/>
          <p:cNvSpPr/>
          <p:nvPr/>
        </p:nvSpPr>
        <p:spPr>
          <a:xfrm>
            <a:off x="9447441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5" name="Rectangle 1574"/>
          <p:cNvSpPr/>
          <p:nvPr/>
        </p:nvSpPr>
        <p:spPr>
          <a:xfrm>
            <a:off x="9586490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6" name="Rectangle 1575"/>
          <p:cNvSpPr/>
          <p:nvPr/>
        </p:nvSpPr>
        <p:spPr>
          <a:xfrm>
            <a:off x="9725538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7" name="Rectangle 1576"/>
          <p:cNvSpPr/>
          <p:nvPr/>
        </p:nvSpPr>
        <p:spPr>
          <a:xfrm>
            <a:off x="9864586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8" name="Rectangle 1577"/>
          <p:cNvSpPr/>
          <p:nvPr/>
        </p:nvSpPr>
        <p:spPr>
          <a:xfrm>
            <a:off x="10003635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9" name="Rectangle 1578"/>
          <p:cNvSpPr/>
          <p:nvPr/>
        </p:nvSpPr>
        <p:spPr>
          <a:xfrm>
            <a:off x="10142683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0" name="Rectangle 1579"/>
          <p:cNvSpPr/>
          <p:nvPr/>
        </p:nvSpPr>
        <p:spPr>
          <a:xfrm>
            <a:off x="10281732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1" name="Rectangle 1580"/>
          <p:cNvSpPr/>
          <p:nvPr/>
        </p:nvSpPr>
        <p:spPr>
          <a:xfrm>
            <a:off x="10420780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2" name="Rectangle 1581"/>
          <p:cNvSpPr/>
          <p:nvPr/>
        </p:nvSpPr>
        <p:spPr>
          <a:xfrm>
            <a:off x="10559829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3" name="Rectangle 1582"/>
          <p:cNvSpPr/>
          <p:nvPr/>
        </p:nvSpPr>
        <p:spPr>
          <a:xfrm>
            <a:off x="10698877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4" name="Rectangle 1583"/>
          <p:cNvSpPr/>
          <p:nvPr/>
        </p:nvSpPr>
        <p:spPr>
          <a:xfrm>
            <a:off x="10837926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5" name="Rectangle 1584"/>
          <p:cNvSpPr/>
          <p:nvPr/>
        </p:nvSpPr>
        <p:spPr>
          <a:xfrm>
            <a:off x="10976974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6" name="Rectangle 1585"/>
          <p:cNvSpPr/>
          <p:nvPr/>
        </p:nvSpPr>
        <p:spPr>
          <a:xfrm>
            <a:off x="11116022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7" name="Rectangle 1586"/>
          <p:cNvSpPr/>
          <p:nvPr/>
        </p:nvSpPr>
        <p:spPr>
          <a:xfrm>
            <a:off x="11255071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8" name="Rectangle 1587"/>
          <p:cNvSpPr/>
          <p:nvPr/>
        </p:nvSpPr>
        <p:spPr>
          <a:xfrm>
            <a:off x="11394119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9" name="Rectangle 1588"/>
          <p:cNvSpPr/>
          <p:nvPr/>
        </p:nvSpPr>
        <p:spPr>
          <a:xfrm>
            <a:off x="11533168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0" name="Rectangle 1589"/>
          <p:cNvSpPr/>
          <p:nvPr/>
        </p:nvSpPr>
        <p:spPr>
          <a:xfrm>
            <a:off x="11672216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1" name="Rectangle 1590"/>
          <p:cNvSpPr/>
          <p:nvPr/>
        </p:nvSpPr>
        <p:spPr>
          <a:xfrm>
            <a:off x="11811265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2" name="Rectangle 1591"/>
          <p:cNvSpPr/>
          <p:nvPr/>
        </p:nvSpPr>
        <p:spPr>
          <a:xfrm>
            <a:off x="11950313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3" name="Rectangle 1592"/>
          <p:cNvSpPr/>
          <p:nvPr/>
        </p:nvSpPr>
        <p:spPr>
          <a:xfrm>
            <a:off x="12089361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4" name="Rectangle 1593"/>
          <p:cNvSpPr/>
          <p:nvPr/>
        </p:nvSpPr>
        <p:spPr>
          <a:xfrm>
            <a:off x="12228410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5" name="Rectangle 1594"/>
          <p:cNvSpPr/>
          <p:nvPr/>
        </p:nvSpPr>
        <p:spPr>
          <a:xfrm>
            <a:off x="12367458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6" name="Rectangle 1595"/>
          <p:cNvSpPr/>
          <p:nvPr/>
        </p:nvSpPr>
        <p:spPr>
          <a:xfrm>
            <a:off x="12506507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7" name="Rectangle 1596"/>
          <p:cNvSpPr/>
          <p:nvPr/>
        </p:nvSpPr>
        <p:spPr>
          <a:xfrm>
            <a:off x="12645555" y="4125772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8" name="Rectangle 1597"/>
          <p:cNvSpPr/>
          <p:nvPr/>
        </p:nvSpPr>
        <p:spPr>
          <a:xfrm>
            <a:off x="12784604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9" name="Rectangle 1598"/>
          <p:cNvSpPr/>
          <p:nvPr/>
        </p:nvSpPr>
        <p:spPr>
          <a:xfrm>
            <a:off x="12923652" y="4125772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0" name="Rectangle 1599"/>
          <p:cNvSpPr/>
          <p:nvPr/>
        </p:nvSpPr>
        <p:spPr>
          <a:xfrm>
            <a:off x="13062700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1" name="Rectangle 1600"/>
          <p:cNvSpPr/>
          <p:nvPr/>
        </p:nvSpPr>
        <p:spPr>
          <a:xfrm>
            <a:off x="13201749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2" name="Rectangle 1601"/>
          <p:cNvSpPr/>
          <p:nvPr/>
        </p:nvSpPr>
        <p:spPr>
          <a:xfrm>
            <a:off x="13340797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3" name="Rectangle 1602"/>
          <p:cNvSpPr/>
          <p:nvPr/>
        </p:nvSpPr>
        <p:spPr>
          <a:xfrm>
            <a:off x="13479846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4" name="Rectangle 1603"/>
          <p:cNvSpPr/>
          <p:nvPr/>
        </p:nvSpPr>
        <p:spPr>
          <a:xfrm>
            <a:off x="13618894" y="4125772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5" name="Rectangle 1604"/>
          <p:cNvSpPr/>
          <p:nvPr/>
        </p:nvSpPr>
        <p:spPr>
          <a:xfrm>
            <a:off x="13757943" y="4125772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6" name="Rectangle 1605"/>
          <p:cNvSpPr/>
          <p:nvPr/>
        </p:nvSpPr>
        <p:spPr>
          <a:xfrm>
            <a:off x="13896991" y="4125772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676656" y="4241901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17</a:t>
            </a:r>
          </a:p>
        </p:txBody>
      </p:sp>
      <p:sp>
        <p:nvSpPr>
          <p:cNvPr id="1608" name="Rectangle 1607"/>
          <p:cNvSpPr/>
          <p:nvPr/>
        </p:nvSpPr>
        <p:spPr>
          <a:xfrm>
            <a:off x="1243584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9" name="Rectangle 1608"/>
          <p:cNvSpPr/>
          <p:nvPr/>
        </p:nvSpPr>
        <p:spPr>
          <a:xfrm>
            <a:off x="1382632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0" name="Rectangle 1609"/>
          <p:cNvSpPr/>
          <p:nvPr/>
        </p:nvSpPr>
        <p:spPr>
          <a:xfrm>
            <a:off x="1521680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1" name="Rectangle 1610"/>
          <p:cNvSpPr/>
          <p:nvPr/>
        </p:nvSpPr>
        <p:spPr>
          <a:xfrm>
            <a:off x="1660729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2" name="Rectangle 1611"/>
          <p:cNvSpPr/>
          <p:nvPr/>
        </p:nvSpPr>
        <p:spPr>
          <a:xfrm>
            <a:off x="1799777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3" name="Rectangle 1612"/>
          <p:cNvSpPr/>
          <p:nvPr/>
        </p:nvSpPr>
        <p:spPr>
          <a:xfrm>
            <a:off x="1938826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4" name="Rectangle 1613"/>
          <p:cNvSpPr/>
          <p:nvPr/>
        </p:nvSpPr>
        <p:spPr>
          <a:xfrm>
            <a:off x="2077874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5" name="Rectangle 1614"/>
          <p:cNvSpPr/>
          <p:nvPr/>
        </p:nvSpPr>
        <p:spPr>
          <a:xfrm>
            <a:off x="2216923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6" name="Rectangle 1615"/>
          <p:cNvSpPr/>
          <p:nvPr/>
        </p:nvSpPr>
        <p:spPr>
          <a:xfrm>
            <a:off x="2355971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7" name="Rectangle 1616"/>
          <p:cNvSpPr/>
          <p:nvPr/>
        </p:nvSpPr>
        <p:spPr>
          <a:xfrm>
            <a:off x="2495019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8" name="Rectangle 1617"/>
          <p:cNvSpPr/>
          <p:nvPr/>
        </p:nvSpPr>
        <p:spPr>
          <a:xfrm>
            <a:off x="2634068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9" name="Rectangle 1618"/>
          <p:cNvSpPr/>
          <p:nvPr/>
        </p:nvSpPr>
        <p:spPr>
          <a:xfrm>
            <a:off x="2773116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0" name="Rectangle 1619"/>
          <p:cNvSpPr/>
          <p:nvPr/>
        </p:nvSpPr>
        <p:spPr>
          <a:xfrm>
            <a:off x="2912165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1" name="Rectangle 1620"/>
          <p:cNvSpPr/>
          <p:nvPr/>
        </p:nvSpPr>
        <p:spPr>
          <a:xfrm>
            <a:off x="3051213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2" name="Rectangle 1621"/>
          <p:cNvSpPr/>
          <p:nvPr/>
        </p:nvSpPr>
        <p:spPr>
          <a:xfrm>
            <a:off x="3190262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3" name="Rectangle 1622"/>
          <p:cNvSpPr/>
          <p:nvPr/>
        </p:nvSpPr>
        <p:spPr>
          <a:xfrm>
            <a:off x="3329310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4" name="Rectangle 1623"/>
          <p:cNvSpPr/>
          <p:nvPr/>
        </p:nvSpPr>
        <p:spPr>
          <a:xfrm>
            <a:off x="3468358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5" name="Rectangle 1624"/>
          <p:cNvSpPr/>
          <p:nvPr/>
        </p:nvSpPr>
        <p:spPr>
          <a:xfrm>
            <a:off x="3607407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6" name="Rectangle 1625"/>
          <p:cNvSpPr/>
          <p:nvPr/>
        </p:nvSpPr>
        <p:spPr>
          <a:xfrm>
            <a:off x="3746455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7" name="Rectangle 1626"/>
          <p:cNvSpPr/>
          <p:nvPr/>
        </p:nvSpPr>
        <p:spPr>
          <a:xfrm>
            <a:off x="3885504" y="424190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8" name="Rectangle 1627"/>
          <p:cNvSpPr/>
          <p:nvPr/>
        </p:nvSpPr>
        <p:spPr>
          <a:xfrm>
            <a:off x="4024552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9" name="Rectangle 1628"/>
          <p:cNvSpPr/>
          <p:nvPr/>
        </p:nvSpPr>
        <p:spPr>
          <a:xfrm>
            <a:off x="4163601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0" name="Rectangle 1629"/>
          <p:cNvSpPr/>
          <p:nvPr/>
        </p:nvSpPr>
        <p:spPr>
          <a:xfrm>
            <a:off x="4302649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1" name="Rectangle 1630"/>
          <p:cNvSpPr/>
          <p:nvPr/>
        </p:nvSpPr>
        <p:spPr>
          <a:xfrm>
            <a:off x="4441698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2" name="Rectangle 1631"/>
          <p:cNvSpPr/>
          <p:nvPr/>
        </p:nvSpPr>
        <p:spPr>
          <a:xfrm>
            <a:off x="4580746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3" name="Rectangle 1632"/>
          <p:cNvSpPr/>
          <p:nvPr/>
        </p:nvSpPr>
        <p:spPr>
          <a:xfrm>
            <a:off x="4719794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4" name="Rectangle 1633"/>
          <p:cNvSpPr/>
          <p:nvPr/>
        </p:nvSpPr>
        <p:spPr>
          <a:xfrm>
            <a:off x="4858843" y="4241901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5" name="Rectangle 1634"/>
          <p:cNvSpPr/>
          <p:nvPr/>
        </p:nvSpPr>
        <p:spPr>
          <a:xfrm>
            <a:off x="4997891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6" name="Rectangle 1635"/>
          <p:cNvSpPr/>
          <p:nvPr/>
        </p:nvSpPr>
        <p:spPr>
          <a:xfrm>
            <a:off x="5136940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7" name="Rectangle 1636"/>
          <p:cNvSpPr/>
          <p:nvPr/>
        </p:nvSpPr>
        <p:spPr>
          <a:xfrm>
            <a:off x="5275988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8" name="Rectangle 1637"/>
          <p:cNvSpPr/>
          <p:nvPr/>
        </p:nvSpPr>
        <p:spPr>
          <a:xfrm>
            <a:off x="5415037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9" name="Rectangle 1638"/>
          <p:cNvSpPr/>
          <p:nvPr/>
        </p:nvSpPr>
        <p:spPr>
          <a:xfrm>
            <a:off x="5554085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0" name="Rectangle 1639"/>
          <p:cNvSpPr/>
          <p:nvPr/>
        </p:nvSpPr>
        <p:spPr>
          <a:xfrm>
            <a:off x="5693133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1" name="Rectangle 1640"/>
          <p:cNvSpPr/>
          <p:nvPr/>
        </p:nvSpPr>
        <p:spPr>
          <a:xfrm>
            <a:off x="5832182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2" name="Rectangle 1641"/>
          <p:cNvSpPr/>
          <p:nvPr/>
        </p:nvSpPr>
        <p:spPr>
          <a:xfrm>
            <a:off x="5971230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3" name="Rectangle 1642"/>
          <p:cNvSpPr/>
          <p:nvPr/>
        </p:nvSpPr>
        <p:spPr>
          <a:xfrm>
            <a:off x="6110279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4" name="Rectangle 1643"/>
          <p:cNvSpPr/>
          <p:nvPr/>
        </p:nvSpPr>
        <p:spPr>
          <a:xfrm>
            <a:off x="6249327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5" name="Rectangle 1644"/>
          <p:cNvSpPr/>
          <p:nvPr/>
        </p:nvSpPr>
        <p:spPr>
          <a:xfrm>
            <a:off x="6388376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6" name="Rectangle 1645"/>
          <p:cNvSpPr/>
          <p:nvPr/>
        </p:nvSpPr>
        <p:spPr>
          <a:xfrm>
            <a:off x="6527424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7" name="Rectangle 1646"/>
          <p:cNvSpPr/>
          <p:nvPr/>
        </p:nvSpPr>
        <p:spPr>
          <a:xfrm>
            <a:off x="6666472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8" name="Rectangle 1647"/>
          <p:cNvSpPr/>
          <p:nvPr/>
        </p:nvSpPr>
        <p:spPr>
          <a:xfrm>
            <a:off x="6805521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9" name="Rectangle 1648"/>
          <p:cNvSpPr/>
          <p:nvPr/>
        </p:nvSpPr>
        <p:spPr>
          <a:xfrm>
            <a:off x="6944569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0" name="Rectangle 1649"/>
          <p:cNvSpPr/>
          <p:nvPr/>
        </p:nvSpPr>
        <p:spPr>
          <a:xfrm>
            <a:off x="7083618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1" name="Rectangle 1650"/>
          <p:cNvSpPr/>
          <p:nvPr/>
        </p:nvSpPr>
        <p:spPr>
          <a:xfrm>
            <a:off x="7222666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2" name="Rectangle 1651"/>
          <p:cNvSpPr/>
          <p:nvPr/>
        </p:nvSpPr>
        <p:spPr>
          <a:xfrm>
            <a:off x="7361715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3" name="Rectangle 1652"/>
          <p:cNvSpPr/>
          <p:nvPr/>
        </p:nvSpPr>
        <p:spPr>
          <a:xfrm>
            <a:off x="7500763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4" name="Rectangle 1653"/>
          <p:cNvSpPr/>
          <p:nvPr/>
        </p:nvSpPr>
        <p:spPr>
          <a:xfrm>
            <a:off x="7639812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5" name="Rectangle 1654"/>
          <p:cNvSpPr/>
          <p:nvPr/>
        </p:nvSpPr>
        <p:spPr>
          <a:xfrm>
            <a:off x="7778860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6" name="Rectangle 1655"/>
          <p:cNvSpPr/>
          <p:nvPr/>
        </p:nvSpPr>
        <p:spPr>
          <a:xfrm>
            <a:off x="7917908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7" name="Rectangle 1656"/>
          <p:cNvSpPr/>
          <p:nvPr/>
        </p:nvSpPr>
        <p:spPr>
          <a:xfrm>
            <a:off x="8056957" y="424190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8" name="Rectangle 1657"/>
          <p:cNvSpPr/>
          <p:nvPr/>
        </p:nvSpPr>
        <p:spPr>
          <a:xfrm>
            <a:off x="8196005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9" name="Rectangle 1658"/>
          <p:cNvSpPr/>
          <p:nvPr/>
        </p:nvSpPr>
        <p:spPr>
          <a:xfrm>
            <a:off x="8335054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0" name="Rectangle 1659"/>
          <p:cNvSpPr/>
          <p:nvPr/>
        </p:nvSpPr>
        <p:spPr>
          <a:xfrm>
            <a:off x="8474102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1" name="Rectangle 1660"/>
          <p:cNvSpPr/>
          <p:nvPr/>
        </p:nvSpPr>
        <p:spPr>
          <a:xfrm>
            <a:off x="8613151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2" name="Rectangle 1661"/>
          <p:cNvSpPr/>
          <p:nvPr/>
        </p:nvSpPr>
        <p:spPr>
          <a:xfrm>
            <a:off x="8752199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3" name="Rectangle 1662"/>
          <p:cNvSpPr/>
          <p:nvPr/>
        </p:nvSpPr>
        <p:spPr>
          <a:xfrm>
            <a:off x="8891247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4" name="Rectangle 1663"/>
          <p:cNvSpPr/>
          <p:nvPr/>
        </p:nvSpPr>
        <p:spPr>
          <a:xfrm>
            <a:off x="9030296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5" name="Rectangle 1664"/>
          <p:cNvSpPr/>
          <p:nvPr/>
        </p:nvSpPr>
        <p:spPr>
          <a:xfrm>
            <a:off x="9169344" y="424190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6" name="Rectangle 1665"/>
          <p:cNvSpPr/>
          <p:nvPr/>
        </p:nvSpPr>
        <p:spPr>
          <a:xfrm>
            <a:off x="9308393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7" name="Rectangle 1666"/>
          <p:cNvSpPr/>
          <p:nvPr/>
        </p:nvSpPr>
        <p:spPr>
          <a:xfrm>
            <a:off x="9447441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8" name="Rectangle 1667"/>
          <p:cNvSpPr/>
          <p:nvPr/>
        </p:nvSpPr>
        <p:spPr>
          <a:xfrm>
            <a:off x="9586490" y="424190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9" name="Rectangle 1668"/>
          <p:cNvSpPr/>
          <p:nvPr/>
        </p:nvSpPr>
        <p:spPr>
          <a:xfrm>
            <a:off x="9725538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0" name="Rectangle 1669"/>
          <p:cNvSpPr/>
          <p:nvPr/>
        </p:nvSpPr>
        <p:spPr>
          <a:xfrm>
            <a:off x="9864586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1" name="Rectangle 1670"/>
          <p:cNvSpPr/>
          <p:nvPr/>
        </p:nvSpPr>
        <p:spPr>
          <a:xfrm>
            <a:off x="10003635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2" name="Rectangle 1671"/>
          <p:cNvSpPr/>
          <p:nvPr/>
        </p:nvSpPr>
        <p:spPr>
          <a:xfrm>
            <a:off x="10142683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3" name="Rectangle 1672"/>
          <p:cNvSpPr/>
          <p:nvPr/>
        </p:nvSpPr>
        <p:spPr>
          <a:xfrm>
            <a:off x="10281732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4" name="Rectangle 1673"/>
          <p:cNvSpPr/>
          <p:nvPr/>
        </p:nvSpPr>
        <p:spPr>
          <a:xfrm>
            <a:off x="10420780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5" name="Rectangle 1674"/>
          <p:cNvSpPr/>
          <p:nvPr/>
        </p:nvSpPr>
        <p:spPr>
          <a:xfrm>
            <a:off x="10559829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6" name="Rectangle 1675"/>
          <p:cNvSpPr/>
          <p:nvPr/>
        </p:nvSpPr>
        <p:spPr>
          <a:xfrm>
            <a:off x="10698877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7" name="Rectangle 1676"/>
          <p:cNvSpPr/>
          <p:nvPr/>
        </p:nvSpPr>
        <p:spPr>
          <a:xfrm>
            <a:off x="10837926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8" name="Rectangle 1677"/>
          <p:cNvSpPr/>
          <p:nvPr/>
        </p:nvSpPr>
        <p:spPr>
          <a:xfrm>
            <a:off x="10976974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9" name="Rectangle 1678"/>
          <p:cNvSpPr/>
          <p:nvPr/>
        </p:nvSpPr>
        <p:spPr>
          <a:xfrm>
            <a:off x="11116022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0" name="Rectangle 1679"/>
          <p:cNvSpPr/>
          <p:nvPr/>
        </p:nvSpPr>
        <p:spPr>
          <a:xfrm>
            <a:off x="11255071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1" name="Rectangle 1680"/>
          <p:cNvSpPr/>
          <p:nvPr/>
        </p:nvSpPr>
        <p:spPr>
          <a:xfrm>
            <a:off x="11394119" y="424190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2" name="Rectangle 1681"/>
          <p:cNvSpPr/>
          <p:nvPr/>
        </p:nvSpPr>
        <p:spPr>
          <a:xfrm>
            <a:off x="11533168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3" name="Rectangle 1682"/>
          <p:cNvSpPr/>
          <p:nvPr/>
        </p:nvSpPr>
        <p:spPr>
          <a:xfrm>
            <a:off x="11672216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4" name="Rectangle 1683"/>
          <p:cNvSpPr/>
          <p:nvPr/>
        </p:nvSpPr>
        <p:spPr>
          <a:xfrm>
            <a:off x="11811265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5" name="Rectangle 1684"/>
          <p:cNvSpPr/>
          <p:nvPr/>
        </p:nvSpPr>
        <p:spPr>
          <a:xfrm>
            <a:off x="11950313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6" name="Rectangle 1685"/>
          <p:cNvSpPr/>
          <p:nvPr/>
        </p:nvSpPr>
        <p:spPr>
          <a:xfrm>
            <a:off x="12089361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7" name="Rectangle 1686"/>
          <p:cNvSpPr/>
          <p:nvPr/>
        </p:nvSpPr>
        <p:spPr>
          <a:xfrm>
            <a:off x="12228410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8" name="Rectangle 1687"/>
          <p:cNvSpPr/>
          <p:nvPr/>
        </p:nvSpPr>
        <p:spPr>
          <a:xfrm>
            <a:off x="12367458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9" name="Rectangle 1688"/>
          <p:cNvSpPr/>
          <p:nvPr/>
        </p:nvSpPr>
        <p:spPr>
          <a:xfrm>
            <a:off x="12506507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0" name="Rectangle 1689"/>
          <p:cNvSpPr/>
          <p:nvPr/>
        </p:nvSpPr>
        <p:spPr>
          <a:xfrm>
            <a:off x="12645555" y="424190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1" name="Rectangle 1690"/>
          <p:cNvSpPr/>
          <p:nvPr/>
        </p:nvSpPr>
        <p:spPr>
          <a:xfrm>
            <a:off x="12784604" y="424190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2" name="Rectangle 1691"/>
          <p:cNvSpPr/>
          <p:nvPr/>
        </p:nvSpPr>
        <p:spPr>
          <a:xfrm>
            <a:off x="12923652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3" name="Rectangle 1692"/>
          <p:cNvSpPr/>
          <p:nvPr/>
        </p:nvSpPr>
        <p:spPr>
          <a:xfrm>
            <a:off x="13062700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4" name="Rectangle 1693"/>
          <p:cNvSpPr/>
          <p:nvPr/>
        </p:nvSpPr>
        <p:spPr>
          <a:xfrm>
            <a:off x="13201749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5" name="Rectangle 1694"/>
          <p:cNvSpPr/>
          <p:nvPr/>
        </p:nvSpPr>
        <p:spPr>
          <a:xfrm>
            <a:off x="13340797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6" name="Rectangle 1695"/>
          <p:cNvSpPr/>
          <p:nvPr/>
        </p:nvSpPr>
        <p:spPr>
          <a:xfrm>
            <a:off x="13479846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7" name="Rectangle 1696"/>
          <p:cNvSpPr/>
          <p:nvPr/>
        </p:nvSpPr>
        <p:spPr>
          <a:xfrm>
            <a:off x="13618894" y="424190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8" name="Rectangle 1697"/>
          <p:cNvSpPr/>
          <p:nvPr/>
        </p:nvSpPr>
        <p:spPr>
          <a:xfrm>
            <a:off x="13757943" y="4241901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9" name="Rectangle 1698"/>
          <p:cNvSpPr/>
          <p:nvPr/>
        </p:nvSpPr>
        <p:spPr>
          <a:xfrm>
            <a:off x="13896991" y="424190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0" name="TextBox 1699"/>
          <p:cNvSpPr txBox="1"/>
          <p:nvPr/>
        </p:nvSpPr>
        <p:spPr>
          <a:xfrm>
            <a:off x="676656" y="4358030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18</a:t>
            </a:r>
          </a:p>
        </p:txBody>
      </p:sp>
      <p:sp>
        <p:nvSpPr>
          <p:cNvPr id="1701" name="Rectangle 1700"/>
          <p:cNvSpPr/>
          <p:nvPr/>
        </p:nvSpPr>
        <p:spPr>
          <a:xfrm>
            <a:off x="1243584" y="435803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2" name="Rectangle 1701"/>
          <p:cNvSpPr/>
          <p:nvPr/>
        </p:nvSpPr>
        <p:spPr>
          <a:xfrm>
            <a:off x="1382632" y="435803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3" name="Rectangle 1702"/>
          <p:cNvSpPr/>
          <p:nvPr/>
        </p:nvSpPr>
        <p:spPr>
          <a:xfrm>
            <a:off x="1521680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4" name="Rectangle 1703"/>
          <p:cNvSpPr/>
          <p:nvPr/>
        </p:nvSpPr>
        <p:spPr>
          <a:xfrm>
            <a:off x="1660729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5" name="Rectangle 1704"/>
          <p:cNvSpPr/>
          <p:nvPr/>
        </p:nvSpPr>
        <p:spPr>
          <a:xfrm>
            <a:off x="1799777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6" name="Rectangle 1705"/>
          <p:cNvSpPr/>
          <p:nvPr/>
        </p:nvSpPr>
        <p:spPr>
          <a:xfrm>
            <a:off x="1938826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7" name="Rectangle 1706"/>
          <p:cNvSpPr/>
          <p:nvPr/>
        </p:nvSpPr>
        <p:spPr>
          <a:xfrm>
            <a:off x="2077874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8" name="Rectangle 1707"/>
          <p:cNvSpPr/>
          <p:nvPr/>
        </p:nvSpPr>
        <p:spPr>
          <a:xfrm>
            <a:off x="2216923" y="435803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9" name="Rectangle 1708"/>
          <p:cNvSpPr/>
          <p:nvPr/>
        </p:nvSpPr>
        <p:spPr>
          <a:xfrm>
            <a:off x="2355971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0" name="Rectangle 1709"/>
          <p:cNvSpPr/>
          <p:nvPr/>
        </p:nvSpPr>
        <p:spPr>
          <a:xfrm>
            <a:off x="2495019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1" name="Rectangle 1710"/>
          <p:cNvSpPr/>
          <p:nvPr/>
        </p:nvSpPr>
        <p:spPr>
          <a:xfrm>
            <a:off x="2634068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2" name="Rectangle 1711"/>
          <p:cNvSpPr/>
          <p:nvPr/>
        </p:nvSpPr>
        <p:spPr>
          <a:xfrm>
            <a:off x="2773116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3" name="Rectangle 1712"/>
          <p:cNvSpPr/>
          <p:nvPr/>
        </p:nvSpPr>
        <p:spPr>
          <a:xfrm>
            <a:off x="2912165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4" name="Rectangle 1713"/>
          <p:cNvSpPr/>
          <p:nvPr/>
        </p:nvSpPr>
        <p:spPr>
          <a:xfrm>
            <a:off x="3051213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5" name="Rectangle 1714"/>
          <p:cNvSpPr/>
          <p:nvPr/>
        </p:nvSpPr>
        <p:spPr>
          <a:xfrm>
            <a:off x="3190262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6" name="Rectangle 1715"/>
          <p:cNvSpPr/>
          <p:nvPr/>
        </p:nvSpPr>
        <p:spPr>
          <a:xfrm>
            <a:off x="3329310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7" name="Rectangle 1716"/>
          <p:cNvSpPr/>
          <p:nvPr/>
        </p:nvSpPr>
        <p:spPr>
          <a:xfrm>
            <a:off x="3468358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8" name="Rectangle 1717"/>
          <p:cNvSpPr/>
          <p:nvPr/>
        </p:nvSpPr>
        <p:spPr>
          <a:xfrm>
            <a:off x="3607407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9" name="Rectangle 1718"/>
          <p:cNvSpPr/>
          <p:nvPr/>
        </p:nvSpPr>
        <p:spPr>
          <a:xfrm>
            <a:off x="3746455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0" name="Rectangle 1719"/>
          <p:cNvSpPr/>
          <p:nvPr/>
        </p:nvSpPr>
        <p:spPr>
          <a:xfrm>
            <a:off x="3885504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1" name="Rectangle 1720"/>
          <p:cNvSpPr/>
          <p:nvPr/>
        </p:nvSpPr>
        <p:spPr>
          <a:xfrm>
            <a:off x="4024552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2" name="Rectangle 1721"/>
          <p:cNvSpPr/>
          <p:nvPr/>
        </p:nvSpPr>
        <p:spPr>
          <a:xfrm>
            <a:off x="4163601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3" name="Rectangle 1722"/>
          <p:cNvSpPr/>
          <p:nvPr/>
        </p:nvSpPr>
        <p:spPr>
          <a:xfrm>
            <a:off x="4302649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4" name="Rectangle 1723"/>
          <p:cNvSpPr/>
          <p:nvPr/>
        </p:nvSpPr>
        <p:spPr>
          <a:xfrm>
            <a:off x="4441698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5" name="Rectangle 1724"/>
          <p:cNvSpPr/>
          <p:nvPr/>
        </p:nvSpPr>
        <p:spPr>
          <a:xfrm>
            <a:off x="4580746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6" name="Rectangle 1725"/>
          <p:cNvSpPr/>
          <p:nvPr/>
        </p:nvSpPr>
        <p:spPr>
          <a:xfrm>
            <a:off x="4719794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7" name="Rectangle 1726"/>
          <p:cNvSpPr/>
          <p:nvPr/>
        </p:nvSpPr>
        <p:spPr>
          <a:xfrm>
            <a:off x="4858843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8" name="Rectangle 1727"/>
          <p:cNvSpPr/>
          <p:nvPr/>
        </p:nvSpPr>
        <p:spPr>
          <a:xfrm>
            <a:off x="4997891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9" name="Rectangle 1728"/>
          <p:cNvSpPr/>
          <p:nvPr/>
        </p:nvSpPr>
        <p:spPr>
          <a:xfrm>
            <a:off x="5136940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0" name="Rectangle 1729"/>
          <p:cNvSpPr/>
          <p:nvPr/>
        </p:nvSpPr>
        <p:spPr>
          <a:xfrm>
            <a:off x="5275988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1" name="Rectangle 1730"/>
          <p:cNvSpPr/>
          <p:nvPr/>
        </p:nvSpPr>
        <p:spPr>
          <a:xfrm>
            <a:off x="5415037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2" name="Rectangle 1731"/>
          <p:cNvSpPr/>
          <p:nvPr/>
        </p:nvSpPr>
        <p:spPr>
          <a:xfrm>
            <a:off x="5554085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3" name="Rectangle 1732"/>
          <p:cNvSpPr/>
          <p:nvPr/>
        </p:nvSpPr>
        <p:spPr>
          <a:xfrm>
            <a:off x="5693133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4" name="Rectangle 1733"/>
          <p:cNvSpPr/>
          <p:nvPr/>
        </p:nvSpPr>
        <p:spPr>
          <a:xfrm>
            <a:off x="5832182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5" name="Rectangle 1734"/>
          <p:cNvSpPr/>
          <p:nvPr/>
        </p:nvSpPr>
        <p:spPr>
          <a:xfrm>
            <a:off x="5971230" y="435803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6" name="Rectangle 1735"/>
          <p:cNvSpPr/>
          <p:nvPr/>
        </p:nvSpPr>
        <p:spPr>
          <a:xfrm>
            <a:off x="6110279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7" name="Rectangle 1736"/>
          <p:cNvSpPr/>
          <p:nvPr/>
        </p:nvSpPr>
        <p:spPr>
          <a:xfrm>
            <a:off x="6249327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8" name="Rectangle 1737"/>
          <p:cNvSpPr/>
          <p:nvPr/>
        </p:nvSpPr>
        <p:spPr>
          <a:xfrm>
            <a:off x="6388376" y="435803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9" name="Rectangle 1738"/>
          <p:cNvSpPr/>
          <p:nvPr/>
        </p:nvSpPr>
        <p:spPr>
          <a:xfrm>
            <a:off x="6527424" y="435803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0" name="Rectangle 1739"/>
          <p:cNvSpPr/>
          <p:nvPr/>
        </p:nvSpPr>
        <p:spPr>
          <a:xfrm>
            <a:off x="6666472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1" name="Rectangle 1740"/>
          <p:cNvSpPr/>
          <p:nvPr/>
        </p:nvSpPr>
        <p:spPr>
          <a:xfrm>
            <a:off x="6805521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2" name="Rectangle 1741"/>
          <p:cNvSpPr/>
          <p:nvPr/>
        </p:nvSpPr>
        <p:spPr>
          <a:xfrm>
            <a:off x="6944569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3" name="Rectangle 1742"/>
          <p:cNvSpPr/>
          <p:nvPr/>
        </p:nvSpPr>
        <p:spPr>
          <a:xfrm>
            <a:off x="7083618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4" name="Rectangle 1743"/>
          <p:cNvSpPr/>
          <p:nvPr/>
        </p:nvSpPr>
        <p:spPr>
          <a:xfrm>
            <a:off x="7222666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5" name="Rectangle 1744"/>
          <p:cNvSpPr/>
          <p:nvPr/>
        </p:nvSpPr>
        <p:spPr>
          <a:xfrm>
            <a:off x="7361715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6" name="Rectangle 1745"/>
          <p:cNvSpPr/>
          <p:nvPr/>
        </p:nvSpPr>
        <p:spPr>
          <a:xfrm>
            <a:off x="7500763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7" name="Rectangle 1746"/>
          <p:cNvSpPr/>
          <p:nvPr/>
        </p:nvSpPr>
        <p:spPr>
          <a:xfrm>
            <a:off x="7639812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8" name="Rectangle 1747"/>
          <p:cNvSpPr/>
          <p:nvPr/>
        </p:nvSpPr>
        <p:spPr>
          <a:xfrm>
            <a:off x="7778860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9" name="Rectangle 1748"/>
          <p:cNvSpPr/>
          <p:nvPr/>
        </p:nvSpPr>
        <p:spPr>
          <a:xfrm>
            <a:off x="7917908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0" name="Rectangle 1749"/>
          <p:cNvSpPr/>
          <p:nvPr/>
        </p:nvSpPr>
        <p:spPr>
          <a:xfrm>
            <a:off x="8056957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1" name="Rectangle 1750"/>
          <p:cNvSpPr/>
          <p:nvPr/>
        </p:nvSpPr>
        <p:spPr>
          <a:xfrm>
            <a:off x="8196005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2" name="Rectangle 1751"/>
          <p:cNvSpPr/>
          <p:nvPr/>
        </p:nvSpPr>
        <p:spPr>
          <a:xfrm>
            <a:off x="8335054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3" name="Rectangle 1752"/>
          <p:cNvSpPr/>
          <p:nvPr/>
        </p:nvSpPr>
        <p:spPr>
          <a:xfrm>
            <a:off x="8474102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4" name="Rectangle 1753"/>
          <p:cNvSpPr/>
          <p:nvPr/>
        </p:nvSpPr>
        <p:spPr>
          <a:xfrm>
            <a:off x="8613151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5" name="Rectangle 1754"/>
          <p:cNvSpPr/>
          <p:nvPr/>
        </p:nvSpPr>
        <p:spPr>
          <a:xfrm>
            <a:off x="8752199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6" name="Rectangle 1755"/>
          <p:cNvSpPr/>
          <p:nvPr/>
        </p:nvSpPr>
        <p:spPr>
          <a:xfrm>
            <a:off x="8891247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7" name="Rectangle 1756"/>
          <p:cNvSpPr/>
          <p:nvPr/>
        </p:nvSpPr>
        <p:spPr>
          <a:xfrm>
            <a:off x="9030296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8" name="Rectangle 1757"/>
          <p:cNvSpPr/>
          <p:nvPr/>
        </p:nvSpPr>
        <p:spPr>
          <a:xfrm>
            <a:off x="9169344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9" name="Rectangle 1758"/>
          <p:cNvSpPr/>
          <p:nvPr/>
        </p:nvSpPr>
        <p:spPr>
          <a:xfrm>
            <a:off x="9308393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0" name="Rectangle 1759"/>
          <p:cNvSpPr/>
          <p:nvPr/>
        </p:nvSpPr>
        <p:spPr>
          <a:xfrm>
            <a:off x="9447441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1" name="Rectangle 1760"/>
          <p:cNvSpPr/>
          <p:nvPr/>
        </p:nvSpPr>
        <p:spPr>
          <a:xfrm>
            <a:off x="9586490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2" name="Rectangle 1761"/>
          <p:cNvSpPr/>
          <p:nvPr/>
        </p:nvSpPr>
        <p:spPr>
          <a:xfrm>
            <a:off x="9725538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3" name="Rectangle 1762"/>
          <p:cNvSpPr/>
          <p:nvPr/>
        </p:nvSpPr>
        <p:spPr>
          <a:xfrm>
            <a:off x="9864586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4" name="Rectangle 1763"/>
          <p:cNvSpPr/>
          <p:nvPr/>
        </p:nvSpPr>
        <p:spPr>
          <a:xfrm>
            <a:off x="10003635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5" name="Rectangle 1764"/>
          <p:cNvSpPr/>
          <p:nvPr/>
        </p:nvSpPr>
        <p:spPr>
          <a:xfrm>
            <a:off x="10142683" y="435803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6" name="Rectangle 1765"/>
          <p:cNvSpPr/>
          <p:nvPr/>
        </p:nvSpPr>
        <p:spPr>
          <a:xfrm>
            <a:off x="10281732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7" name="Rectangle 1766"/>
          <p:cNvSpPr/>
          <p:nvPr/>
        </p:nvSpPr>
        <p:spPr>
          <a:xfrm>
            <a:off x="10420780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8" name="Rectangle 1767"/>
          <p:cNvSpPr/>
          <p:nvPr/>
        </p:nvSpPr>
        <p:spPr>
          <a:xfrm>
            <a:off x="10559829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9" name="Rectangle 1768"/>
          <p:cNvSpPr/>
          <p:nvPr/>
        </p:nvSpPr>
        <p:spPr>
          <a:xfrm>
            <a:off x="10698877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0" name="Rectangle 1769"/>
          <p:cNvSpPr/>
          <p:nvPr/>
        </p:nvSpPr>
        <p:spPr>
          <a:xfrm>
            <a:off x="10837926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1" name="Rectangle 1770"/>
          <p:cNvSpPr/>
          <p:nvPr/>
        </p:nvSpPr>
        <p:spPr>
          <a:xfrm>
            <a:off x="10976974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2" name="Rectangle 1771"/>
          <p:cNvSpPr/>
          <p:nvPr/>
        </p:nvSpPr>
        <p:spPr>
          <a:xfrm>
            <a:off x="11116022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3" name="Rectangle 1772"/>
          <p:cNvSpPr/>
          <p:nvPr/>
        </p:nvSpPr>
        <p:spPr>
          <a:xfrm>
            <a:off x="11255071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4" name="Rectangle 1773"/>
          <p:cNvSpPr/>
          <p:nvPr/>
        </p:nvSpPr>
        <p:spPr>
          <a:xfrm>
            <a:off x="11394119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5" name="Rectangle 1774"/>
          <p:cNvSpPr/>
          <p:nvPr/>
        </p:nvSpPr>
        <p:spPr>
          <a:xfrm>
            <a:off x="11533168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6" name="Rectangle 1775"/>
          <p:cNvSpPr/>
          <p:nvPr/>
        </p:nvSpPr>
        <p:spPr>
          <a:xfrm>
            <a:off x="11672216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7" name="Rectangle 1776"/>
          <p:cNvSpPr/>
          <p:nvPr/>
        </p:nvSpPr>
        <p:spPr>
          <a:xfrm>
            <a:off x="11811265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8" name="Rectangle 1777"/>
          <p:cNvSpPr/>
          <p:nvPr/>
        </p:nvSpPr>
        <p:spPr>
          <a:xfrm>
            <a:off x="11950313" y="435803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9" name="Rectangle 1778"/>
          <p:cNvSpPr/>
          <p:nvPr/>
        </p:nvSpPr>
        <p:spPr>
          <a:xfrm>
            <a:off x="12089361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0" name="Rectangle 1779"/>
          <p:cNvSpPr/>
          <p:nvPr/>
        </p:nvSpPr>
        <p:spPr>
          <a:xfrm>
            <a:off x="12228410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1" name="Rectangle 1780"/>
          <p:cNvSpPr/>
          <p:nvPr/>
        </p:nvSpPr>
        <p:spPr>
          <a:xfrm>
            <a:off x="12367458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2" name="Rectangle 1781"/>
          <p:cNvSpPr/>
          <p:nvPr/>
        </p:nvSpPr>
        <p:spPr>
          <a:xfrm>
            <a:off x="12506507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3" name="Rectangle 1782"/>
          <p:cNvSpPr/>
          <p:nvPr/>
        </p:nvSpPr>
        <p:spPr>
          <a:xfrm>
            <a:off x="12645555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4" name="Rectangle 1783"/>
          <p:cNvSpPr/>
          <p:nvPr/>
        </p:nvSpPr>
        <p:spPr>
          <a:xfrm>
            <a:off x="12784604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5" name="Rectangle 1784"/>
          <p:cNvSpPr/>
          <p:nvPr/>
        </p:nvSpPr>
        <p:spPr>
          <a:xfrm>
            <a:off x="12923652" y="435803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6" name="Rectangle 1785"/>
          <p:cNvSpPr/>
          <p:nvPr/>
        </p:nvSpPr>
        <p:spPr>
          <a:xfrm>
            <a:off x="13062700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7" name="Rectangle 1786"/>
          <p:cNvSpPr/>
          <p:nvPr/>
        </p:nvSpPr>
        <p:spPr>
          <a:xfrm>
            <a:off x="13201749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8" name="Rectangle 1787"/>
          <p:cNvSpPr/>
          <p:nvPr/>
        </p:nvSpPr>
        <p:spPr>
          <a:xfrm>
            <a:off x="13340797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9" name="Rectangle 1788"/>
          <p:cNvSpPr/>
          <p:nvPr/>
        </p:nvSpPr>
        <p:spPr>
          <a:xfrm>
            <a:off x="13479846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0" name="Rectangle 1789"/>
          <p:cNvSpPr/>
          <p:nvPr/>
        </p:nvSpPr>
        <p:spPr>
          <a:xfrm>
            <a:off x="13618894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1" name="Rectangle 1790"/>
          <p:cNvSpPr/>
          <p:nvPr/>
        </p:nvSpPr>
        <p:spPr>
          <a:xfrm>
            <a:off x="13757943" y="435803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2" name="Rectangle 1791"/>
          <p:cNvSpPr/>
          <p:nvPr/>
        </p:nvSpPr>
        <p:spPr>
          <a:xfrm>
            <a:off x="13896991" y="435803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3" name="TextBox 1792"/>
          <p:cNvSpPr txBox="1"/>
          <p:nvPr/>
        </p:nvSpPr>
        <p:spPr>
          <a:xfrm>
            <a:off x="676656" y="4474159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19</a:t>
            </a:r>
          </a:p>
        </p:txBody>
      </p:sp>
      <p:sp>
        <p:nvSpPr>
          <p:cNvPr id="1794" name="Rectangle 1793"/>
          <p:cNvSpPr/>
          <p:nvPr/>
        </p:nvSpPr>
        <p:spPr>
          <a:xfrm>
            <a:off x="1243584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5" name="Rectangle 1794"/>
          <p:cNvSpPr/>
          <p:nvPr/>
        </p:nvSpPr>
        <p:spPr>
          <a:xfrm>
            <a:off x="1382632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6" name="Rectangle 1795"/>
          <p:cNvSpPr/>
          <p:nvPr/>
        </p:nvSpPr>
        <p:spPr>
          <a:xfrm>
            <a:off x="1521680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7" name="Rectangle 1796"/>
          <p:cNvSpPr/>
          <p:nvPr/>
        </p:nvSpPr>
        <p:spPr>
          <a:xfrm>
            <a:off x="1660729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8" name="Rectangle 1797"/>
          <p:cNvSpPr/>
          <p:nvPr/>
        </p:nvSpPr>
        <p:spPr>
          <a:xfrm>
            <a:off x="1799777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9" name="Rectangle 1798"/>
          <p:cNvSpPr/>
          <p:nvPr/>
        </p:nvSpPr>
        <p:spPr>
          <a:xfrm>
            <a:off x="1938826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0" name="Rectangle 1799"/>
          <p:cNvSpPr/>
          <p:nvPr/>
        </p:nvSpPr>
        <p:spPr>
          <a:xfrm>
            <a:off x="2077874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1" name="Rectangle 1800"/>
          <p:cNvSpPr/>
          <p:nvPr/>
        </p:nvSpPr>
        <p:spPr>
          <a:xfrm>
            <a:off x="2216923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2" name="Rectangle 1801"/>
          <p:cNvSpPr/>
          <p:nvPr/>
        </p:nvSpPr>
        <p:spPr>
          <a:xfrm>
            <a:off x="2355971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3" name="Rectangle 1802"/>
          <p:cNvSpPr/>
          <p:nvPr/>
        </p:nvSpPr>
        <p:spPr>
          <a:xfrm>
            <a:off x="2495019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4" name="Rectangle 1803"/>
          <p:cNvSpPr/>
          <p:nvPr/>
        </p:nvSpPr>
        <p:spPr>
          <a:xfrm>
            <a:off x="2634068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5" name="Rectangle 1804"/>
          <p:cNvSpPr/>
          <p:nvPr/>
        </p:nvSpPr>
        <p:spPr>
          <a:xfrm>
            <a:off x="2773116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6" name="Rectangle 1805"/>
          <p:cNvSpPr/>
          <p:nvPr/>
        </p:nvSpPr>
        <p:spPr>
          <a:xfrm>
            <a:off x="2912165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7" name="Rectangle 1806"/>
          <p:cNvSpPr/>
          <p:nvPr/>
        </p:nvSpPr>
        <p:spPr>
          <a:xfrm>
            <a:off x="3051213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8" name="Rectangle 1807"/>
          <p:cNvSpPr/>
          <p:nvPr/>
        </p:nvSpPr>
        <p:spPr>
          <a:xfrm>
            <a:off x="3190262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9" name="Rectangle 1808"/>
          <p:cNvSpPr/>
          <p:nvPr/>
        </p:nvSpPr>
        <p:spPr>
          <a:xfrm>
            <a:off x="3329310" y="447415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0" name="Rectangle 1809"/>
          <p:cNvSpPr/>
          <p:nvPr/>
        </p:nvSpPr>
        <p:spPr>
          <a:xfrm>
            <a:off x="3468358" y="447415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1" name="Rectangle 1810"/>
          <p:cNvSpPr/>
          <p:nvPr/>
        </p:nvSpPr>
        <p:spPr>
          <a:xfrm>
            <a:off x="3607407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2" name="Rectangle 1811"/>
          <p:cNvSpPr/>
          <p:nvPr/>
        </p:nvSpPr>
        <p:spPr>
          <a:xfrm>
            <a:off x="3746455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3" name="Rectangle 1812"/>
          <p:cNvSpPr/>
          <p:nvPr/>
        </p:nvSpPr>
        <p:spPr>
          <a:xfrm>
            <a:off x="3885504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4" name="Rectangle 1813"/>
          <p:cNvSpPr/>
          <p:nvPr/>
        </p:nvSpPr>
        <p:spPr>
          <a:xfrm>
            <a:off x="4024552" y="447415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5" name="Rectangle 1814"/>
          <p:cNvSpPr/>
          <p:nvPr/>
        </p:nvSpPr>
        <p:spPr>
          <a:xfrm>
            <a:off x="4163601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6" name="Rectangle 1815"/>
          <p:cNvSpPr/>
          <p:nvPr/>
        </p:nvSpPr>
        <p:spPr>
          <a:xfrm>
            <a:off x="4302649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7" name="Rectangle 1816"/>
          <p:cNvSpPr/>
          <p:nvPr/>
        </p:nvSpPr>
        <p:spPr>
          <a:xfrm>
            <a:off x="4441698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8" name="Rectangle 1817"/>
          <p:cNvSpPr/>
          <p:nvPr/>
        </p:nvSpPr>
        <p:spPr>
          <a:xfrm>
            <a:off x="4580746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9" name="Rectangle 1818"/>
          <p:cNvSpPr/>
          <p:nvPr/>
        </p:nvSpPr>
        <p:spPr>
          <a:xfrm>
            <a:off x="4719794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0" name="Rectangle 1819"/>
          <p:cNvSpPr/>
          <p:nvPr/>
        </p:nvSpPr>
        <p:spPr>
          <a:xfrm>
            <a:off x="4858843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1" name="Rectangle 1820"/>
          <p:cNvSpPr/>
          <p:nvPr/>
        </p:nvSpPr>
        <p:spPr>
          <a:xfrm>
            <a:off x="4997891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2" name="Rectangle 1821"/>
          <p:cNvSpPr/>
          <p:nvPr/>
        </p:nvSpPr>
        <p:spPr>
          <a:xfrm>
            <a:off x="5136940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3" name="Rectangle 1822"/>
          <p:cNvSpPr/>
          <p:nvPr/>
        </p:nvSpPr>
        <p:spPr>
          <a:xfrm>
            <a:off x="5275988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4" name="Rectangle 1823"/>
          <p:cNvSpPr/>
          <p:nvPr/>
        </p:nvSpPr>
        <p:spPr>
          <a:xfrm>
            <a:off x="5415037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5" name="Rectangle 1824"/>
          <p:cNvSpPr/>
          <p:nvPr/>
        </p:nvSpPr>
        <p:spPr>
          <a:xfrm>
            <a:off x="5554085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6" name="Rectangle 1825"/>
          <p:cNvSpPr/>
          <p:nvPr/>
        </p:nvSpPr>
        <p:spPr>
          <a:xfrm>
            <a:off x="5693133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7" name="Rectangle 1826"/>
          <p:cNvSpPr/>
          <p:nvPr/>
        </p:nvSpPr>
        <p:spPr>
          <a:xfrm>
            <a:off x="5832182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8" name="Rectangle 1827"/>
          <p:cNvSpPr/>
          <p:nvPr/>
        </p:nvSpPr>
        <p:spPr>
          <a:xfrm>
            <a:off x="5971230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9" name="Rectangle 1828"/>
          <p:cNvSpPr/>
          <p:nvPr/>
        </p:nvSpPr>
        <p:spPr>
          <a:xfrm>
            <a:off x="6110279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0" name="Rectangle 1829"/>
          <p:cNvSpPr/>
          <p:nvPr/>
        </p:nvSpPr>
        <p:spPr>
          <a:xfrm>
            <a:off x="6249327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1" name="Rectangle 1830"/>
          <p:cNvSpPr/>
          <p:nvPr/>
        </p:nvSpPr>
        <p:spPr>
          <a:xfrm>
            <a:off x="6388376" y="447415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2" name="Rectangle 1831"/>
          <p:cNvSpPr/>
          <p:nvPr/>
        </p:nvSpPr>
        <p:spPr>
          <a:xfrm>
            <a:off x="6527424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3" name="Rectangle 1832"/>
          <p:cNvSpPr/>
          <p:nvPr/>
        </p:nvSpPr>
        <p:spPr>
          <a:xfrm>
            <a:off x="6666472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4" name="Rectangle 1833"/>
          <p:cNvSpPr/>
          <p:nvPr/>
        </p:nvSpPr>
        <p:spPr>
          <a:xfrm>
            <a:off x="6805521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5" name="Rectangle 1834"/>
          <p:cNvSpPr/>
          <p:nvPr/>
        </p:nvSpPr>
        <p:spPr>
          <a:xfrm>
            <a:off x="6944569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6" name="Rectangle 1835"/>
          <p:cNvSpPr/>
          <p:nvPr/>
        </p:nvSpPr>
        <p:spPr>
          <a:xfrm>
            <a:off x="7083618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7" name="Rectangle 1836"/>
          <p:cNvSpPr/>
          <p:nvPr/>
        </p:nvSpPr>
        <p:spPr>
          <a:xfrm>
            <a:off x="7222666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8" name="Rectangle 1837"/>
          <p:cNvSpPr/>
          <p:nvPr/>
        </p:nvSpPr>
        <p:spPr>
          <a:xfrm>
            <a:off x="7361715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9" name="Rectangle 1838"/>
          <p:cNvSpPr/>
          <p:nvPr/>
        </p:nvSpPr>
        <p:spPr>
          <a:xfrm>
            <a:off x="7500763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0" name="Rectangle 1839"/>
          <p:cNvSpPr/>
          <p:nvPr/>
        </p:nvSpPr>
        <p:spPr>
          <a:xfrm>
            <a:off x="7639812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1" name="Rectangle 1840"/>
          <p:cNvSpPr/>
          <p:nvPr/>
        </p:nvSpPr>
        <p:spPr>
          <a:xfrm>
            <a:off x="7778860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2" name="Rectangle 1841"/>
          <p:cNvSpPr/>
          <p:nvPr/>
        </p:nvSpPr>
        <p:spPr>
          <a:xfrm>
            <a:off x="7917908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3" name="Rectangle 1842"/>
          <p:cNvSpPr/>
          <p:nvPr/>
        </p:nvSpPr>
        <p:spPr>
          <a:xfrm>
            <a:off x="8056957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4" name="Rectangle 1843"/>
          <p:cNvSpPr/>
          <p:nvPr/>
        </p:nvSpPr>
        <p:spPr>
          <a:xfrm>
            <a:off x="8196005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5" name="Rectangle 1844"/>
          <p:cNvSpPr/>
          <p:nvPr/>
        </p:nvSpPr>
        <p:spPr>
          <a:xfrm>
            <a:off x="8335054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6" name="Rectangle 1845"/>
          <p:cNvSpPr/>
          <p:nvPr/>
        </p:nvSpPr>
        <p:spPr>
          <a:xfrm>
            <a:off x="8474102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7" name="Rectangle 1846"/>
          <p:cNvSpPr/>
          <p:nvPr/>
        </p:nvSpPr>
        <p:spPr>
          <a:xfrm>
            <a:off x="8613151" y="447415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8" name="Rectangle 1847"/>
          <p:cNvSpPr/>
          <p:nvPr/>
        </p:nvSpPr>
        <p:spPr>
          <a:xfrm>
            <a:off x="8752199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9" name="Rectangle 1848"/>
          <p:cNvSpPr/>
          <p:nvPr/>
        </p:nvSpPr>
        <p:spPr>
          <a:xfrm>
            <a:off x="8891247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0" name="Rectangle 1849"/>
          <p:cNvSpPr/>
          <p:nvPr/>
        </p:nvSpPr>
        <p:spPr>
          <a:xfrm>
            <a:off x="9030296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1" name="Rectangle 1850"/>
          <p:cNvSpPr/>
          <p:nvPr/>
        </p:nvSpPr>
        <p:spPr>
          <a:xfrm>
            <a:off x="9169344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2" name="Rectangle 1851"/>
          <p:cNvSpPr/>
          <p:nvPr/>
        </p:nvSpPr>
        <p:spPr>
          <a:xfrm>
            <a:off x="9308393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3" name="Rectangle 1852"/>
          <p:cNvSpPr/>
          <p:nvPr/>
        </p:nvSpPr>
        <p:spPr>
          <a:xfrm>
            <a:off x="9447441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4" name="Rectangle 1853"/>
          <p:cNvSpPr/>
          <p:nvPr/>
        </p:nvSpPr>
        <p:spPr>
          <a:xfrm>
            <a:off x="9586490" y="4474159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5" name="Rectangle 1854"/>
          <p:cNvSpPr/>
          <p:nvPr/>
        </p:nvSpPr>
        <p:spPr>
          <a:xfrm>
            <a:off x="9725538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6" name="Rectangle 1855"/>
          <p:cNvSpPr/>
          <p:nvPr/>
        </p:nvSpPr>
        <p:spPr>
          <a:xfrm>
            <a:off x="9864586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7" name="Rectangle 1856"/>
          <p:cNvSpPr/>
          <p:nvPr/>
        </p:nvSpPr>
        <p:spPr>
          <a:xfrm>
            <a:off x="10003635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8" name="Rectangle 1857"/>
          <p:cNvSpPr/>
          <p:nvPr/>
        </p:nvSpPr>
        <p:spPr>
          <a:xfrm>
            <a:off x="10142683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9" name="Rectangle 1858"/>
          <p:cNvSpPr/>
          <p:nvPr/>
        </p:nvSpPr>
        <p:spPr>
          <a:xfrm>
            <a:off x="10281732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0" name="Rectangle 1859"/>
          <p:cNvSpPr/>
          <p:nvPr/>
        </p:nvSpPr>
        <p:spPr>
          <a:xfrm>
            <a:off x="10420780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1" name="Rectangle 1860"/>
          <p:cNvSpPr/>
          <p:nvPr/>
        </p:nvSpPr>
        <p:spPr>
          <a:xfrm>
            <a:off x="10559829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2" name="Rectangle 1861"/>
          <p:cNvSpPr/>
          <p:nvPr/>
        </p:nvSpPr>
        <p:spPr>
          <a:xfrm>
            <a:off x="10698877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3" name="Rectangle 1862"/>
          <p:cNvSpPr/>
          <p:nvPr/>
        </p:nvSpPr>
        <p:spPr>
          <a:xfrm>
            <a:off x="10837926" y="447415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4" name="Rectangle 1863"/>
          <p:cNvSpPr/>
          <p:nvPr/>
        </p:nvSpPr>
        <p:spPr>
          <a:xfrm>
            <a:off x="10976974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5" name="Rectangle 1864"/>
          <p:cNvSpPr/>
          <p:nvPr/>
        </p:nvSpPr>
        <p:spPr>
          <a:xfrm>
            <a:off x="11116022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6" name="Rectangle 1865"/>
          <p:cNvSpPr/>
          <p:nvPr/>
        </p:nvSpPr>
        <p:spPr>
          <a:xfrm>
            <a:off x="11255071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7" name="Rectangle 1866"/>
          <p:cNvSpPr/>
          <p:nvPr/>
        </p:nvSpPr>
        <p:spPr>
          <a:xfrm>
            <a:off x="11394119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8" name="Rectangle 1867"/>
          <p:cNvSpPr/>
          <p:nvPr/>
        </p:nvSpPr>
        <p:spPr>
          <a:xfrm>
            <a:off x="11533168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9" name="Rectangle 1868"/>
          <p:cNvSpPr/>
          <p:nvPr/>
        </p:nvSpPr>
        <p:spPr>
          <a:xfrm>
            <a:off x="11672216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0" name="Rectangle 1869"/>
          <p:cNvSpPr/>
          <p:nvPr/>
        </p:nvSpPr>
        <p:spPr>
          <a:xfrm>
            <a:off x="11811265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1" name="Rectangle 1870"/>
          <p:cNvSpPr/>
          <p:nvPr/>
        </p:nvSpPr>
        <p:spPr>
          <a:xfrm>
            <a:off x="11950313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2" name="Rectangle 1871"/>
          <p:cNvSpPr/>
          <p:nvPr/>
        </p:nvSpPr>
        <p:spPr>
          <a:xfrm>
            <a:off x="12089361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3" name="Rectangle 1872"/>
          <p:cNvSpPr/>
          <p:nvPr/>
        </p:nvSpPr>
        <p:spPr>
          <a:xfrm>
            <a:off x="12228410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4" name="Rectangle 1873"/>
          <p:cNvSpPr/>
          <p:nvPr/>
        </p:nvSpPr>
        <p:spPr>
          <a:xfrm>
            <a:off x="12367458" y="4474159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5" name="Rectangle 1874"/>
          <p:cNvSpPr/>
          <p:nvPr/>
        </p:nvSpPr>
        <p:spPr>
          <a:xfrm>
            <a:off x="12506507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6" name="Rectangle 1875"/>
          <p:cNvSpPr/>
          <p:nvPr/>
        </p:nvSpPr>
        <p:spPr>
          <a:xfrm>
            <a:off x="12645555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7" name="Rectangle 1876"/>
          <p:cNvSpPr/>
          <p:nvPr/>
        </p:nvSpPr>
        <p:spPr>
          <a:xfrm>
            <a:off x="12784604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8" name="Rectangle 1877"/>
          <p:cNvSpPr/>
          <p:nvPr/>
        </p:nvSpPr>
        <p:spPr>
          <a:xfrm>
            <a:off x="12923652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9" name="Rectangle 1878"/>
          <p:cNvSpPr/>
          <p:nvPr/>
        </p:nvSpPr>
        <p:spPr>
          <a:xfrm>
            <a:off x="13062700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0" name="Rectangle 1879"/>
          <p:cNvSpPr/>
          <p:nvPr/>
        </p:nvSpPr>
        <p:spPr>
          <a:xfrm>
            <a:off x="13201749" y="447415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1" name="Rectangle 1880"/>
          <p:cNvSpPr/>
          <p:nvPr/>
        </p:nvSpPr>
        <p:spPr>
          <a:xfrm>
            <a:off x="13340797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2" name="Rectangle 1881"/>
          <p:cNvSpPr/>
          <p:nvPr/>
        </p:nvSpPr>
        <p:spPr>
          <a:xfrm>
            <a:off x="13479846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3" name="Rectangle 1882"/>
          <p:cNvSpPr/>
          <p:nvPr/>
        </p:nvSpPr>
        <p:spPr>
          <a:xfrm>
            <a:off x="13618894" y="447415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4" name="Rectangle 1883"/>
          <p:cNvSpPr/>
          <p:nvPr/>
        </p:nvSpPr>
        <p:spPr>
          <a:xfrm>
            <a:off x="13757943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5" name="Rectangle 1884"/>
          <p:cNvSpPr/>
          <p:nvPr/>
        </p:nvSpPr>
        <p:spPr>
          <a:xfrm>
            <a:off x="13896991" y="447415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6" name="TextBox 1885"/>
          <p:cNvSpPr txBox="1"/>
          <p:nvPr/>
        </p:nvSpPr>
        <p:spPr>
          <a:xfrm>
            <a:off x="676656" y="4590288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20</a:t>
            </a:r>
          </a:p>
        </p:txBody>
      </p:sp>
      <p:sp>
        <p:nvSpPr>
          <p:cNvPr id="1887" name="Rectangle 1886"/>
          <p:cNvSpPr/>
          <p:nvPr/>
        </p:nvSpPr>
        <p:spPr>
          <a:xfrm>
            <a:off x="1243584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8" name="Rectangle 1887"/>
          <p:cNvSpPr/>
          <p:nvPr/>
        </p:nvSpPr>
        <p:spPr>
          <a:xfrm>
            <a:off x="1382632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9" name="Rectangle 1888"/>
          <p:cNvSpPr/>
          <p:nvPr/>
        </p:nvSpPr>
        <p:spPr>
          <a:xfrm>
            <a:off x="1521680" y="459028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0" name="Rectangle 1889"/>
          <p:cNvSpPr/>
          <p:nvPr/>
        </p:nvSpPr>
        <p:spPr>
          <a:xfrm>
            <a:off x="1660729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1" name="Rectangle 1890"/>
          <p:cNvSpPr/>
          <p:nvPr/>
        </p:nvSpPr>
        <p:spPr>
          <a:xfrm>
            <a:off x="1799777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2" name="Rectangle 1891"/>
          <p:cNvSpPr/>
          <p:nvPr/>
        </p:nvSpPr>
        <p:spPr>
          <a:xfrm>
            <a:off x="1938826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3" name="Rectangle 1892"/>
          <p:cNvSpPr/>
          <p:nvPr/>
        </p:nvSpPr>
        <p:spPr>
          <a:xfrm>
            <a:off x="2077874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4" name="Rectangle 1893"/>
          <p:cNvSpPr/>
          <p:nvPr/>
        </p:nvSpPr>
        <p:spPr>
          <a:xfrm>
            <a:off x="2216923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5" name="Rectangle 1894"/>
          <p:cNvSpPr/>
          <p:nvPr/>
        </p:nvSpPr>
        <p:spPr>
          <a:xfrm>
            <a:off x="2355971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6" name="Rectangle 1895"/>
          <p:cNvSpPr/>
          <p:nvPr/>
        </p:nvSpPr>
        <p:spPr>
          <a:xfrm>
            <a:off x="2495019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7" name="Rectangle 1896"/>
          <p:cNvSpPr/>
          <p:nvPr/>
        </p:nvSpPr>
        <p:spPr>
          <a:xfrm>
            <a:off x="2634068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8" name="Rectangle 1897"/>
          <p:cNvSpPr/>
          <p:nvPr/>
        </p:nvSpPr>
        <p:spPr>
          <a:xfrm>
            <a:off x="2773116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9" name="Rectangle 1898"/>
          <p:cNvSpPr/>
          <p:nvPr/>
        </p:nvSpPr>
        <p:spPr>
          <a:xfrm>
            <a:off x="2912165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0" name="Rectangle 1899"/>
          <p:cNvSpPr/>
          <p:nvPr/>
        </p:nvSpPr>
        <p:spPr>
          <a:xfrm>
            <a:off x="3051213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1" name="Rectangle 1900"/>
          <p:cNvSpPr/>
          <p:nvPr/>
        </p:nvSpPr>
        <p:spPr>
          <a:xfrm>
            <a:off x="3190262" y="459028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2" name="Rectangle 1901"/>
          <p:cNvSpPr/>
          <p:nvPr/>
        </p:nvSpPr>
        <p:spPr>
          <a:xfrm>
            <a:off x="3329310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3" name="Rectangle 1902"/>
          <p:cNvSpPr/>
          <p:nvPr/>
        </p:nvSpPr>
        <p:spPr>
          <a:xfrm>
            <a:off x="3468358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4" name="Rectangle 1903"/>
          <p:cNvSpPr/>
          <p:nvPr/>
        </p:nvSpPr>
        <p:spPr>
          <a:xfrm>
            <a:off x="3607407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5" name="Rectangle 1904"/>
          <p:cNvSpPr/>
          <p:nvPr/>
        </p:nvSpPr>
        <p:spPr>
          <a:xfrm>
            <a:off x="3746455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6" name="Rectangle 1905"/>
          <p:cNvSpPr/>
          <p:nvPr/>
        </p:nvSpPr>
        <p:spPr>
          <a:xfrm>
            <a:off x="3885504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7" name="Rectangle 1906"/>
          <p:cNvSpPr/>
          <p:nvPr/>
        </p:nvSpPr>
        <p:spPr>
          <a:xfrm>
            <a:off x="4024552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8" name="Rectangle 1907"/>
          <p:cNvSpPr/>
          <p:nvPr/>
        </p:nvSpPr>
        <p:spPr>
          <a:xfrm>
            <a:off x="4163601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9" name="Rectangle 1908"/>
          <p:cNvSpPr/>
          <p:nvPr/>
        </p:nvSpPr>
        <p:spPr>
          <a:xfrm>
            <a:off x="4302649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0" name="Rectangle 1909"/>
          <p:cNvSpPr/>
          <p:nvPr/>
        </p:nvSpPr>
        <p:spPr>
          <a:xfrm>
            <a:off x="4441698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1" name="Rectangle 1910"/>
          <p:cNvSpPr/>
          <p:nvPr/>
        </p:nvSpPr>
        <p:spPr>
          <a:xfrm>
            <a:off x="4580746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2" name="Rectangle 1911"/>
          <p:cNvSpPr/>
          <p:nvPr/>
        </p:nvSpPr>
        <p:spPr>
          <a:xfrm>
            <a:off x="4719794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3" name="Rectangle 1912"/>
          <p:cNvSpPr/>
          <p:nvPr/>
        </p:nvSpPr>
        <p:spPr>
          <a:xfrm>
            <a:off x="4858843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4" name="Rectangle 1913"/>
          <p:cNvSpPr/>
          <p:nvPr/>
        </p:nvSpPr>
        <p:spPr>
          <a:xfrm>
            <a:off x="4997891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5" name="Rectangle 1914"/>
          <p:cNvSpPr/>
          <p:nvPr/>
        </p:nvSpPr>
        <p:spPr>
          <a:xfrm>
            <a:off x="5136940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6" name="Rectangle 1915"/>
          <p:cNvSpPr/>
          <p:nvPr/>
        </p:nvSpPr>
        <p:spPr>
          <a:xfrm>
            <a:off x="5275988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7" name="Rectangle 1916"/>
          <p:cNvSpPr/>
          <p:nvPr/>
        </p:nvSpPr>
        <p:spPr>
          <a:xfrm>
            <a:off x="5415037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8" name="Rectangle 1917"/>
          <p:cNvSpPr/>
          <p:nvPr/>
        </p:nvSpPr>
        <p:spPr>
          <a:xfrm>
            <a:off x="5554085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9" name="Rectangle 1918"/>
          <p:cNvSpPr/>
          <p:nvPr/>
        </p:nvSpPr>
        <p:spPr>
          <a:xfrm>
            <a:off x="5693133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0" name="Rectangle 1919"/>
          <p:cNvSpPr/>
          <p:nvPr/>
        </p:nvSpPr>
        <p:spPr>
          <a:xfrm>
            <a:off x="5832182" y="459028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1" name="Rectangle 1920"/>
          <p:cNvSpPr/>
          <p:nvPr/>
        </p:nvSpPr>
        <p:spPr>
          <a:xfrm>
            <a:off x="5971230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2" name="Rectangle 1921"/>
          <p:cNvSpPr/>
          <p:nvPr/>
        </p:nvSpPr>
        <p:spPr>
          <a:xfrm>
            <a:off x="6110279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3" name="Rectangle 1922"/>
          <p:cNvSpPr/>
          <p:nvPr/>
        </p:nvSpPr>
        <p:spPr>
          <a:xfrm>
            <a:off x="6249327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4" name="Rectangle 1923"/>
          <p:cNvSpPr/>
          <p:nvPr/>
        </p:nvSpPr>
        <p:spPr>
          <a:xfrm>
            <a:off x="6388376" y="459028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5" name="Rectangle 1924"/>
          <p:cNvSpPr/>
          <p:nvPr/>
        </p:nvSpPr>
        <p:spPr>
          <a:xfrm>
            <a:off x="6527424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6" name="Rectangle 1925"/>
          <p:cNvSpPr/>
          <p:nvPr/>
        </p:nvSpPr>
        <p:spPr>
          <a:xfrm>
            <a:off x="6666472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7" name="Rectangle 1926"/>
          <p:cNvSpPr/>
          <p:nvPr/>
        </p:nvSpPr>
        <p:spPr>
          <a:xfrm>
            <a:off x="6805521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8" name="Rectangle 1927"/>
          <p:cNvSpPr/>
          <p:nvPr/>
        </p:nvSpPr>
        <p:spPr>
          <a:xfrm>
            <a:off x="6944569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9" name="Rectangle 1928"/>
          <p:cNvSpPr/>
          <p:nvPr/>
        </p:nvSpPr>
        <p:spPr>
          <a:xfrm>
            <a:off x="7083618" y="459028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0" name="Rectangle 1929"/>
          <p:cNvSpPr/>
          <p:nvPr/>
        </p:nvSpPr>
        <p:spPr>
          <a:xfrm>
            <a:off x="7222666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1" name="Rectangle 1930"/>
          <p:cNvSpPr/>
          <p:nvPr/>
        </p:nvSpPr>
        <p:spPr>
          <a:xfrm>
            <a:off x="7361715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2" name="Rectangle 1931"/>
          <p:cNvSpPr/>
          <p:nvPr/>
        </p:nvSpPr>
        <p:spPr>
          <a:xfrm>
            <a:off x="7500763" y="459028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3" name="Rectangle 1932"/>
          <p:cNvSpPr/>
          <p:nvPr/>
        </p:nvSpPr>
        <p:spPr>
          <a:xfrm>
            <a:off x="7639812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4" name="Rectangle 1933"/>
          <p:cNvSpPr/>
          <p:nvPr/>
        </p:nvSpPr>
        <p:spPr>
          <a:xfrm>
            <a:off x="7778860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5" name="Rectangle 1934"/>
          <p:cNvSpPr/>
          <p:nvPr/>
        </p:nvSpPr>
        <p:spPr>
          <a:xfrm>
            <a:off x="7917908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6" name="Rectangle 1935"/>
          <p:cNvSpPr/>
          <p:nvPr/>
        </p:nvSpPr>
        <p:spPr>
          <a:xfrm>
            <a:off x="8056957" y="459028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7" name="Rectangle 1936"/>
          <p:cNvSpPr/>
          <p:nvPr/>
        </p:nvSpPr>
        <p:spPr>
          <a:xfrm>
            <a:off x="8196005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8" name="Rectangle 1937"/>
          <p:cNvSpPr/>
          <p:nvPr/>
        </p:nvSpPr>
        <p:spPr>
          <a:xfrm>
            <a:off x="8335054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9" name="Rectangle 1938"/>
          <p:cNvSpPr/>
          <p:nvPr/>
        </p:nvSpPr>
        <p:spPr>
          <a:xfrm>
            <a:off x="8474102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0" name="Rectangle 1939"/>
          <p:cNvSpPr/>
          <p:nvPr/>
        </p:nvSpPr>
        <p:spPr>
          <a:xfrm>
            <a:off x="8613151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1" name="Rectangle 1940"/>
          <p:cNvSpPr/>
          <p:nvPr/>
        </p:nvSpPr>
        <p:spPr>
          <a:xfrm>
            <a:off x="8752199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2" name="Rectangle 1941"/>
          <p:cNvSpPr/>
          <p:nvPr/>
        </p:nvSpPr>
        <p:spPr>
          <a:xfrm>
            <a:off x="8891247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3" name="Rectangle 1942"/>
          <p:cNvSpPr/>
          <p:nvPr/>
        </p:nvSpPr>
        <p:spPr>
          <a:xfrm>
            <a:off x="9030296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4" name="Rectangle 1943"/>
          <p:cNvSpPr/>
          <p:nvPr/>
        </p:nvSpPr>
        <p:spPr>
          <a:xfrm>
            <a:off x="9169344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5" name="Rectangle 1944"/>
          <p:cNvSpPr/>
          <p:nvPr/>
        </p:nvSpPr>
        <p:spPr>
          <a:xfrm>
            <a:off x="9308393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6" name="Rectangle 1945"/>
          <p:cNvSpPr/>
          <p:nvPr/>
        </p:nvSpPr>
        <p:spPr>
          <a:xfrm>
            <a:off x="9447441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7" name="Rectangle 1946"/>
          <p:cNvSpPr/>
          <p:nvPr/>
        </p:nvSpPr>
        <p:spPr>
          <a:xfrm>
            <a:off x="9586490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8" name="Rectangle 1947"/>
          <p:cNvSpPr/>
          <p:nvPr/>
        </p:nvSpPr>
        <p:spPr>
          <a:xfrm>
            <a:off x="9725538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9" name="Rectangle 1948"/>
          <p:cNvSpPr/>
          <p:nvPr/>
        </p:nvSpPr>
        <p:spPr>
          <a:xfrm>
            <a:off x="9864586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0" name="Rectangle 1949"/>
          <p:cNvSpPr/>
          <p:nvPr/>
        </p:nvSpPr>
        <p:spPr>
          <a:xfrm>
            <a:off x="10003635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1" name="Rectangle 1950"/>
          <p:cNvSpPr/>
          <p:nvPr/>
        </p:nvSpPr>
        <p:spPr>
          <a:xfrm>
            <a:off x="10142683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2" name="Rectangle 1951"/>
          <p:cNvSpPr/>
          <p:nvPr/>
        </p:nvSpPr>
        <p:spPr>
          <a:xfrm>
            <a:off x="10281732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3" name="Rectangle 1952"/>
          <p:cNvSpPr/>
          <p:nvPr/>
        </p:nvSpPr>
        <p:spPr>
          <a:xfrm>
            <a:off x="10420780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4" name="Rectangle 1953"/>
          <p:cNvSpPr/>
          <p:nvPr/>
        </p:nvSpPr>
        <p:spPr>
          <a:xfrm>
            <a:off x="10559829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5" name="Rectangle 1954"/>
          <p:cNvSpPr/>
          <p:nvPr/>
        </p:nvSpPr>
        <p:spPr>
          <a:xfrm>
            <a:off x="10698877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6" name="Rectangle 1955"/>
          <p:cNvSpPr/>
          <p:nvPr/>
        </p:nvSpPr>
        <p:spPr>
          <a:xfrm>
            <a:off x="10837926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7" name="Rectangle 1956"/>
          <p:cNvSpPr/>
          <p:nvPr/>
        </p:nvSpPr>
        <p:spPr>
          <a:xfrm>
            <a:off x="10976974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8" name="Rectangle 1957"/>
          <p:cNvSpPr/>
          <p:nvPr/>
        </p:nvSpPr>
        <p:spPr>
          <a:xfrm>
            <a:off x="11116022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9" name="Rectangle 1958"/>
          <p:cNvSpPr/>
          <p:nvPr/>
        </p:nvSpPr>
        <p:spPr>
          <a:xfrm>
            <a:off x="11255071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0" name="Rectangle 1959"/>
          <p:cNvSpPr/>
          <p:nvPr/>
        </p:nvSpPr>
        <p:spPr>
          <a:xfrm>
            <a:off x="11394119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1" name="Rectangle 1960"/>
          <p:cNvSpPr/>
          <p:nvPr/>
        </p:nvSpPr>
        <p:spPr>
          <a:xfrm>
            <a:off x="11533168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2" name="Rectangle 1961"/>
          <p:cNvSpPr/>
          <p:nvPr/>
        </p:nvSpPr>
        <p:spPr>
          <a:xfrm>
            <a:off x="11672216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3" name="Rectangle 1962"/>
          <p:cNvSpPr/>
          <p:nvPr/>
        </p:nvSpPr>
        <p:spPr>
          <a:xfrm>
            <a:off x="11811265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4" name="Rectangle 1963"/>
          <p:cNvSpPr/>
          <p:nvPr/>
        </p:nvSpPr>
        <p:spPr>
          <a:xfrm>
            <a:off x="11950313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5" name="Rectangle 1964"/>
          <p:cNvSpPr/>
          <p:nvPr/>
        </p:nvSpPr>
        <p:spPr>
          <a:xfrm>
            <a:off x="12089361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6" name="Rectangle 1965"/>
          <p:cNvSpPr/>
          <p:nvPr/>
        </p:nvSpPr>
        <p:spPr>
          <a:xfrm>
            <a:off x="12228410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7" name="Rectangle 1966"/>
          <p:cNvSpPr/>
          <p:nvPr/>
        </p:nvSpPr>
        <p:spPr>
          <a:xfrm>
            <a:off x="12367458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8" name="Rectangle 1967"/>
          <p:cNvSpPr/>
          <p:nvPr/>
        </p:nvSpPr>
        <p:spPr>
          <a:xfrm>
            <a:off x="12506507" y="459028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9" name="Rectangle 1968"/>
          <p:cNvSpPr/>
          <p:nvPr/>
        </p:nvSpPr>
        <p:spPr>
          <a:xfrm>
            <a:off x="12645555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0" name="Rectangle 1969"/>
          <p:cNvSpPr/>
          <p:nvPr/>
        </p:nvSpPr>
        <p:spPr>
          <a:xfrm>
            <a:off x="12784604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1" name="Rectangle 1970"/>
          <p:cNvSpPr/>
          <p:nvPr/>
        </p:nvSpPr>
        <p:spPr>
          <a:xfrm>
            <a:off x="12923652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2" name="Rectangle 1971"/>
          <p:cNvSpPr/>
          <p:nvPr/>
        </p:nvSpPr>
        <p:spPr>
          <a:xfrm>
            <a:off x="13062700" y="459028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3" name="Rectangle 1972"/>
          <p:cNvSpPr/>
          <p:nvPr/>
        </p:nvSpPr>
        <p:spPr>
          <a:xfrm>
            <a:off x="13201749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4" name="Rectangle 1973"/>
          <p:cNvSpPr/>
          <p:nvPr/>
        </p:nvSpPr>
        <p:spPr>
          <a:xfrm>
            <a:off x="13340797" y="459028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5" name="Rectangle 1974"/>
          <p:cNvSpPr/>
          <p:nvPr/>
        </p:nvSpPr>
        <p:spPr>
          <a:xfrm>
            <a:off x="13479846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6" name="Rectangle 1975"/>
          <p:cNvSpPr/>
          <p:nvPr/>
        </p:nvSpPr>
        <p:spPr>
          <a:xfrm>
            <a:off x="13618894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7" name="Rectangle 1976"/>
          <p:cNvSpPr/>
          <p:nvPr/>
        </p:nvSpPr>
        <p:spPr>
          <a:xfrm>
            <a:off x="13757943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8" name="Rectangle 1977"/>
          <p:cNvSpPr/>
          <p:nvPr/>
        </p:nvSpPr>
        <p:spPr>
          <a:xfrm>
            <a:off x="13896991" y="459028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9" name="TextBox 1978"/>
          <p:cNvSpPr txBox="1"/>
          <p:nvPr/>
        </p:nvSpPr>
        <p:spPr>
          <a:xfrm>
            <a:off x="676656" y="4706416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21</a:t>
            </a:r>
          </a:p>
        </p:txBody>
      </p:sp>
      <p:sp>
        <p:nvSpPr>
          <p:cNvPr id="1980" name="Rectangle 1979"/>
          <p:cNvSpPr/>
          <p:nvPr/>
        </p:nvSpPr>
        <p:spPr>
          <a:xfrm>
            <a:off x="1243584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1" name="Rectangle 1980"/>
          <p:cNvSpPr/>
          <p:nvPr/>
        </p:nvSpPr>
        <p:spPr>
          <a:xfrm>
            <a:off x="1382632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2" name="Rectangle 1981"/>
          <p:cNvSpPr/>
          <p:nvPr/>
        </p:nvSpPr>
        <p:spPr>
          <a:xfrm>
            <a:off x="1521680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3" name="Rectangle 1982"/>
          <p:cNvSpPr/>
          <p:nvPr/>
        </p:nvSpPr>
        <p:spPr>
          <a:xfrm>
            <a:off x="1660729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4" name="Rectangle 1983"/>
          <p:cNvSpPr/>
          <p:nvPr/>
        </p:nvSpPr>
        <p:spPr>
          <a:xfrm>
            <a:off x="1799777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5" name="Rectangle 1984"/>
          <p:cNvSpPr/>
          <p:nvPr/>
        </p:nvSpPr>
        <p:spPr>
          <a:xfrm>
            <a:off x="1938826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6" name="Rectangle 1985"/>
          <p:cNvSpPr/>
          <p:nvPr/>
        </p:nvSpPr>
        <p:spPr>
          <a:xfrm>
            <a:off x="2077874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7" name="Rectangle 1986"/>
          <p:cNvSpPr/>
          <p:nvPr/>
        </p:nvSpPr>
        <p:spPr>
          <a:xfrm>
            <a:off x="2216923" y="470641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8" name="Rectangle 1987"/>
          <p:cNvSpPr/>
          <p:nvPr/>
        </p:nvSpPr>
        <p:spPr>
          <a:xfrm>
            <a:off x="2355971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9" name="Rectangle 1988"/>
          <p:cNvSpPr/>
          <p:nvPr/>
        </p:nvSpPr>
        <p:spPr>
          <a:xfrm>
            <a:off x="2495019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0" name="Rectangle 1989"/>
          <p:cNvSpPr/>
          <p:nvPr/>
        </p:nvSpPr>
        <p:spPr>
          <a:xfrm>
            <a:off x="2634068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1" name="Rectangle 1990"/>
          <p:cNvSpPr/>
          <p:nvPr/>
        </p:nvSpPr>
        <p:spPr>
          <a:xfrm>
            <a:off x="2773116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2" name="Rectangle 1991"/>
          <p:cNvSpPr/>
          <p:nvPr/>
        </p:nvSpPr>
        <p:spPr>
          <a:xfrm>
            <a:off x="2912165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3" name="Rectangle 1992"/>
          <p:cNvSpPr/>
          <p:nvPr/>
        </p:nvSpPr>
        <p:spPr>
          <a:xfrm>
            <a:off x="3051213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4" name="Rectangle 1993"/>
          <p:cNvSpPr/>
          <p:nvPr/>
        </p:nvSpPr>
        <p:spPr>
          <a:xfrm>
            <a:off x="3190262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5" name="Rectangle 1994"/>
          <p:cNvSpPr/>
          <p:nvPr/>
        </p:nvSpPr>
        <p:spPr>
          <a:xfrm>
            <a:off x="3329310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6" name="Rectangle 1995"/>
          <p:cNvSpPr/>
          <p:nvPr/>
        </p:nvSpPr>
        <p:spPr>
          <a:xfrm>
            <a:off x="3468358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7" name="Rectangle 1996"/>
          <p:cNvSpPr/>
          <p:nvPr/>
        </p:nvSpPr>
        <p:spPr>
          <a:xfrm>
            <a:off x="3607407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8" name="Rectangle 1997"/>
          <p:cNvSpPr/>
          <p:nvPr/>
        </p:nvSpPr>
        <p:spPr>
          <a:xfrm>
            <a:off x="3746455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9" name="Rectangle 1998"/>
          <p:cNvSpPr/>
          <p:nvPr/>
        </p:nvSpPr>
        <p:spPr>
          <a:xfrm>
            <a:off x="3885504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0" name="Rectangle 1999"/>
          <p:cNvSpPr/>
          <p:nvPr/>
        </p:nvSpPr>
        <p:spPr>
          <a:xfrm>
            <a:off x="4024552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1" name="Rectangle 2000"/>
          <p:cNvSpPr/>
          <p:nvPr/>
        </p:nvSpPr>
        <p:spPr>
          <a:xfrm>
            <a:off x="4163601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2" name="Rectangle 2001"/>
          <p:cNvSpPr/>
          <p:nvPr/>
        </p:nvSpPr>
        <p:spPr>
          <a:xfrm>
            <a:off x="4302649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3" name="Rectangle 2002"/>
          <p:cNvSpPr/>
          <p:nvPr/>
        </p:nvSpPr>
        <p:spPr>
          <a:xfrm>
            <a:off x="4441698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4" name="Rectangle 2003"/>
          <p:cNvSpPr/>
          <p:nvPr/>
        </p:nvSpPr>
        <p:spPr>
          <a:xfrm>
            <a:off x="4580746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5" name="Rectangle 2004"/>
          <p:cNvSpPr/>
          <p:nvPr/>
        </p:nvSpPr>
        <p:spPr>
          <a:xfrm>
            <a:off x="4719794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6" name="Rectangle 2005"/>
          <p:cNvSpPr/>
          <p:nvPr/>
        </p:nvSpPr>
        <p:spPr>
          <a:xfrm>
            <a:off x="4858843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7" name="Rectangle 2006"/>
          <p:cNvSpPr/>
          <p:nvPr/>
        </p:nvSpPr>
        <p:spPr>
          <a:xfrm>
            <a:off x="4997891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8" name="Rectangle 2007"/>
          <p:cNvSpPr/>
          <p:nvPr/>
        </p:nvSpPr>
        <p:spPr>
          <a:xfrm>
            <a:off x="5136940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9" name="Rectangle 2008"/>
          <p:cNvSpPr/>
          <p:nvPr/>
        </p:nvSpPr>
        <p:spPr>
          <a:xfrm>
            <a:off x="5275988" y="470641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0" name="Rectangle 2009"/>
          <p:cNvSpPr/>
          <p:nvPr/>
        </p:nvSpPr>
        <p:spPr>
          <a:xfrm>
            <a:off x="5415037" y="470641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1" name="Rectangle 2010"/>
          <p:cNvSpPr/>
          <p:nvPr/>
        </p:nvSpPr>
        <p:spPr>
          <a:xfrm>
            <a:off x="5554085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2" name="Rectangle 2011"/>
          <p:cNvSpPr/>
          <p:nvPr/>
        </p:nvSpPr>
        <p:spPr>
          <a:xfrm>
            <a:off x="5693133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3" name="Rectangle 2012"/>
          <p:cNvSpPr/>
          <p:nvPr/>
        </p:nvSpPr>
        <p:spPr>
          <a:xfrm>
            <a:off x="5832182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4" name="Rectangle 2013"/>
          <p:cNvSpPr/>
          <p:nvPr/>
        </p:nvSpPr>
        <p:spPr>
          <a:xfrm>
            <a:off x="5971230" y="470641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5" name="Rectangle 2014"/>
          <p:cNvSpPr/>
          <p:nvPr/>
        </p:nvSpPr>
        <p:spPr>
          <a:xfrm>
            <a:off x="6110279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6" name="Rectangle 2015"/>
          <p:cNvSpPr/>
          <p:nvPr/>
        </p:nvSpPr>
        <p:spPr>
          <a:xfrm>
            <a:off x="6249327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7" name="Rectangle 2016"/>
          <p:cNvSpPr/>
          <p:nvPr/>
        </p:nvSpPr>
        <p:spPr>
          <a:xfrm>
            <a:off x="6388376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8" name="Rectangle 2017"/>
          <p:cNvSpPr/>
          <p:nvPr/>
        </p:nvSpPr>
        <p:spPr>
          <a:xfrm>
            <a:off x="6527424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9" name="Rectangle 2018"/>
          <p:cNvSpPr/>
          <p:nvPr/>
        </p:nvSpPr>
        <p:spPr>
          <a:xfrm>
            <a:off x="6666472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0" name="Rectangle 2019"/>
          <p:cNvSpPr/>
          <p:nvPr/>
        </p:nvSpPr>
        <p:spPr>
          <a:xfrm>
            <a:off x="6805521" y="470641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1" name="Rectangle 2020"/>
          <p:cNvSpPr/>
          <p:nvPr/>
        </p:nvSpPr>
        <p:spPr>
          <a:xfrm>
            <a:off x="6944569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2" name="Rectangle 2021"/>
          <p:cNvSpPr/>
          <p:nvPr/>
        </p:nvSpPr>
        <p:spPr>
          <a:xfrm>
            <a:off x="7083618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3" name="Rectangle 2022"/>
          <p:cNvSpPr/>
          <p:nvPr/>
        </p:nvSpPr>
        <p:spPr>
          <a:xfrm>
            <a:off x="7222666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4" name="Rectangle 2023"/>
          <p:cNvSpPr/>
          <p:nvPr/>
        </p:nvSpPr>
        <p:spPr>
          <a:xfrm>
            <a:off x="7361715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5" name="Rectangle 2024"/>
          <p:cNvSpPr/>
          <p:nvPr/>
        </p:nvSpPr>
        <p:spPr>
          <a:xfrm>
            <a:off x="7500763" y="470641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6" name="Rectangle 2025"/>
          <p:cNvSpPr/>
          <p:nvPr/>
        </p:nvSpPr>
        <p:spPr>
          <a:xfrm>
            <a:off x="7639812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7" name="Rectangle 2026"/>
          <p:cNvSpPr/>
          <p:nvPr/>
        </p:nvSpPr>
        <p:spPr>
          <a:xfrm>
            <a:off x="7778860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8" name="Rectangle 2027"/>
          <p:cNvSpPr/>
          <p:nvPr/>
        </p:nvSpPr>
        <p:spPr>
          <a:xfrm>
            <a:off x="7917908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9" name="Rectangle 2028"/>
          <p:cNvSpPr/>
          <p:nvPr/>
        </p:nvSpPr>
        <p:spPr>
          <a:xfrm>
            <a:off x="8056957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0" name="Rectangle 2029"/>
          <p:cNvSpPr/>
          <p:nvPr/>
        </p:nvSpPr>
        <p:spPr>
          <a:xfrm>
            <a:off x="8196005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1" name="Rectangle 2030"/>
          <p:cNvSpPr/>
          <p:nvPr/>
        </p:nvSpPr>
        <p:spPr>
          <a:xfrm>
            <a:off x="8335054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2" name="Rectangle 2031"/>
          <p:cNvSpPr/>
          <p:nvPr/>
        </p:nvSpPr>
        <p:spPr>
          <a:xfrm>
            <a:off x="8474102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3" name="Rectangle 2032"/>
          <p:cNvSpPr/>
          <p:nvPr/>
        </p:nvSpPr>
        <p:spPr>
          <a:xfrm>
            <a:off x="8613151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4" name="Rectangle 2033"/>
          <p:cNvSpPr/>
          <p:nvPr/>
        </p:nvSpPr>
        <p:spPr>
          <a:xfrm>
            <a:off x="8752199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5" name="Rectangle 2034"/>
          <p:cNvSpPr/>
          <p:nvPr/>
        </p:nvSpPr>
        <p:spPr>
          <a:xfrm>
            <a:off x="8891247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6" name="Rectangle 2035"/>
          <p:cNvSpPr/>
          <p:nvPr/>
        </p:nvSpPr>
        <p:spPr>
          <a:xfrm>
            <a:off x="9030296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7" name="Rectangle 2036"/>
          <p:cNvSpPr/>
          <p:nvPr/>
        </p:nvSpPr>
        <p:spPr>
          <a:xfrm>
            <a:off x="9169344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8" name="Rectangle 2037"/>
          <p:cNvSpPr/>
          <p:nvPr/>
        </p:nvSpPr>
        <p:spPr>
          <a:xfrm>
            <a:off x="9308393" y="470641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9" name="Rectangle 2038"/>
          <p:cNvSpPr/>
          <p:nvPr/>
        </p:nvSpPr>
        <p:spPr>
          <a:xfrm>
            <a:off x="9447441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0" name="Rectangle 2039"/>
          <p:cNvSpPr/>
          <p:nvPr/>
        </p:nvSpPr>
        <p:spPr>
          <a:xfrm>
            <a:off x="9586490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1" name="Rectangle 2040"/>
          <p:cNvSpPr/>
          <p:nvPr/>
        </p:nvSpPr>
        <p:spPr>
          <a:xfrm>
            <a:off x="9725538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2" name="Rectangle 2041"/>
          <p:cNvSpPr/>
          <p:nvPr/>
        </p:nvSpPr>
        <p:spPr>
          <a:xfrm>
            <a:off x="9864586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3" name="Rectangle 2042"/>
          <p:cNvSpPr/>
          <p:nvPr/>
        </p:nvSpPr>
        <p:spPr>
          <a:xfrm>
            <a:off x="10003635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4" name="Rectangle 2043"/>
          <p:cNvSpPr/>
          <p:nvPr/>
        </p:nvSpPr>
        <p:spPr>
          <a:xfrm>
            <a:off x="10142683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5" name="Rectangle 2044"/>
          <p:cNvSpPr/>
          <p:nvPr/>
        </p:nvSpPr>
        <p:spPr>
          <a:xfrm>
            <a:off x="10281732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6" name="Rectangle 2045"/>
          <p:cNvSpPr/>
          <p:nvPr/>
        </p:nvSpPr>
        <p:spPr>
          <a:xfrm>
            <a:off x="10420780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7" name="Rectangle 2046"/>
          <p:cNvSpPr/>
          <p:nvPr/>
        </p:nvSpPr>
        <p:spPr>
          <a:xfrm>
            <a:off x="10559829" y="470641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8" name="Rectangle 2047"/>
          <p:cNvSpPr/>
          <p:nvPr/>
        </p:nvSpPr>
        <p:spPr>
          <a:xfrm>
            <a:off x="10698877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9" name="Rectangle 2048"/>
          <p:cNvSpPr/>
          <p:nvPr/>
        </p:nvSpPr>
        <p:spPr>
          <a:xfrm>
            <a:off x="10837926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0" name="Rectangle 2049"/>
          <p:cNvSpPr/>
          <p:nvPr/>
        </p:nvSpPr>
        <p:spPr>
          <a:xfrm>
            <a:off x="10976974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1" name="Rectangle 2050"/>
          <p:cNvSpPr/>
          <p:nvPr/>
        </p:nvSpPr>
        <p:spPr>
          <a:xfrm>
            <a:off x="11116022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2" name="Rectangle 2051"/>
          <p:cNvSpPr/>
          <p:nvPr/>
        </p:nvSpPr>
        <p:spPr>
          <a:xfrm>
            <a:off x="11255071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3" name="Rectangle 2052"/>
          <p:cNvSpPr/>
          <p:nvPr/>
        </p:nvSpPr>
        <p:spPr>
          <a:xfrm>
            <a:off x="11394119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4" name="Rectangle 2053"/>
          <p:cNvSpPr/>
          <p:nvPr/>
        </p:nvSpPr>
        <p:spPr>
          <a:xfrm>
            <a:off x="11533168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5" name="Rectangle 2054"/>
          <p:cNvSpPr/>
          <p:nvPr/>
        </p:nvSpPr>
        <p:spPr>
          <a:xfrm>
            <a:off x="11672216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6" name="Rectangle 2055"/>
          <p:cNvSpPr/>
          <p:nvPr/>
        </p:nvSpPr>
        <p:spPr>
          <a:xfrm>
            <a:off x="11811265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7" name="Rectangle 2056"/>
          <p:cNvSpPr/>
          <p:nvPr/>
        </p:nvSpPr>
        <p:spPr>
          <a:xfrm>
            <a:off x="11950313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8" name="Rectangle 2057"/>
          <p:cNvSpPr/>
          <p:nvPr/>
        </p:nvSpPr>
        <p:spPr>
          <a:xfrm>
            <a:off x="12089361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9" name="Rectangle 2058"/>
          <p:cNvSpPr/>
          <p:nvPr/>
        </p:nvSpPr>
        <p:spPr>
          <a:xfrm>
            <a:off x="12228410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0" name="Rectangle 2059"/>
          <p:cNvSpPr/>
          <p:nvPr/>
        </p:nvSpPr>
        <p:spPr>
          <a:xfrm>
            <a:off x="12367458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1" name="Rectangle 2060"/>
          <p:cNvSpPr/>
          <p:nvPr/>
        </p:nvSpPr>
        <p:spPr>
          <a:xfrm>
            <a:off x="12506507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2" name="Rectangle 2061"/>
          <p:cNvSpPr/>
          <p:nvPr/>
        </p:nvSpPr>
        <p:spPr>
          <a:xfrm>
            <a:off x="12645555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3" name="Rectangle 2062"/>
          <p:cNvSpPr/>
          <p:nvPr/>
        </p:nvSpPr>
        <p:spPr>
          <a:xfrm>
            <a:off x="12784604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4" name="Rectangle 2063"/>
          <p:cNvSpPr/>
          <p:nvPr/>
        </p:nvSpPr>
        <p:spPr>
          <a:xfrm>
            <a:off x="12923652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5" name="Rectangle 2064"/>
          <p:cNvSpPr/>
          <p:nvPr/>
        </p:nvSpPr>
        <p:spPr>
          <a:xfrm>
            <a:off x="13062700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6" name="Rectangle 2065"/>
          <p:cNvSpPr/>
          <p:nvPr/>
        </p:nvSpPr>
        <p:spPr>
          <a:xfrm>
            <a:off x="13201749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7" name="Rectangle 2066"/>
          <p:cNvSpPr/>
          <p:nvPr/>
        </p:nvSpPr>
        <p:spPr>
          <a:xfrm>
            <a:off x="13340797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8" name="Rectangle 2067"/>
          <p:cNvSpPr/>
          <p:nvPr/>
        </p:nvSpPr>
        <p:spPr>
          <a:xfrm>
            <a:off x="13479846" y="470641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9" name="Rectangle 2068"/>
          <p:cNvSpPr/>
          <p:nvPr/>
        </p:nvSpPr>
        <p:spPr>
          <a:xfrm>
            <a:off x="13618894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0" name="Rectangle 2069"/>
          <p:cNvSpPr/>
          <p:nvPr/>
        </p:nvSpPr>
        <p:spPr>
          <a:xfrm>
            <a:off x="13757943" y="470641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1" name="Rectangle 2070"/>
          <p:cNvSpPr/>
          <p:nvPr/>
        </p:nvSpPr>
        <p:spPr>
          <a:xfrm>
            <a:off x="13896991" y="470641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2" name="TextBox 2071"/>
          <p:cNvSpPr txBox="1"/>
          <p:nvPr/>
        </p:nvSpPr>
        <p:spPr>
          <a:xfrm>
            <a:off x="676656" y="4822545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22</a:t>
            </a:r>
          </a:p>
        </p:txBody>
      </p:sp>
      <p:sp>
        <p:nvSpPr>
          <p:cNvPr id="2073" name="Rectangle 2072"/>
          <p:cNvSpPr/>
          <p:nvPr/>
        </p:nvSpPr>
        <p:spPr>
          <a:xfrm>
            <a:off x="1243584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4" name="Rectangle 2073"/>
          <p:cNvSpPr/>
          <p:nvPr/>
        </p:nvSpPr>
        <p:spPr>
          <a:xfrm>
            <a:off x="1382632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5" name="Rectangle 2074"/>
          <p:cNvSpPr/>
          <p:nvPr/>
        </p:nvSpPr>
        <p:spPr>
          <a:xfrm>
            <a:off x="1521680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6" name="Rectangle 2075"/>
          <p:cNvSpPr/>
          <p:nvPr/>
        </p:nvSpPr>
        <p:spPr>
          <a:xfrm>
            <a:off x="1660729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7" name="Rectangle 2076"/>
          <p:cNvSpPr/>
          <p:nvPr/>
        </p:nvSpPr>
        <p:spPr>
          <a:xfrm>
            <a:off x="1799777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8" name="Rectangle 2077"/>
          <p:cNvSpPr/>
          <p:nvPr/>
        </p:nvSpPr>
        <p:spPr>
          <a:xfrm>
            <a:off x="1938826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9" name="Rectangle 2078"/>
          <p:cNvSpPr/>
          <p:nvPr/>
        </p:nvSpPr>
        <p:spPr>
          <a:xfrm>
            <a:off x="2077874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0" name="Rectangle 2079"/>
          <p:cNvSpPr/>
          <p:nvPr/>
        </p:nvSpPr>
        <p:spPr>
          <a:xfrm>
            <a:off x="2216923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1" name="Rectangle 2080"/>
          <p:cNvSpPr/>
          <p:nvPr/>
        </p:nvSpPr>
        <p:spPr>
          <a:xfrm>
            <a:off x="2355971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2" name="Rectangle 2081"/>
          <p:cNvSpPr/>
          <p:nvPr/>
        </p:nvSpPr>
        <p:spPr>
          <a:xfrm>
            <a:off x="2495019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3" name="Rectangle 2082"/>
          <p:cNvSpPr/>
          <p:nvPr/>
        </p:nvSpPr>
        <p:spPr>
          <a:xfrm>
            <a:off x="2634068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4" name="Rectangle 2083"/>
          <p:cNvSpPr/>
          <p:nvPr/>
        </p:nvSpPr>
        <p:spPr>
          <a:xfrm>
            <a:off x="2773116" y="482254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5" name="Rectangle 2084"/>
          <p:cNvSpPr/>
          <p:nvPr/>
        </p:nvSpPr>
        <p:spPr>
          <a:xfrm>
            <a:off x="2912165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6" name="Rectangle 2085"/>
          <p:cNvSpPr/>
          <p:nvPr/>
        </p:nvSpPr>
        <p:spPr>
          <a:xfrm>
            <a:off x="3051213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7" name="Rectangle 2086"/>
          <p:cNvSpPr/>
          <p:nvPr/>
        </p:nvSpPr>
        <p:spPr>
          <a:xfrm>
            <a:off x="3190262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8" name="Rectangle 2087"/>
          <p:cNvSpPr/>
          <p:nvPr/>
        </p:nvSpPr>
        <p:spPr>
          <a:xfrm>
            <a:off x="3329310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9" name="Rectangle 2088"/>
          <p:cNvSpPr/>
          <p:nvPr/>
        </p:nvSpPr>
        <p:spPr>
          <a:xfrm>
            <a:off x="3468358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0" name="Rectangle 2089"/>
          <p:cNvSpPr/>
          <p:nvPr/>
        </p:nvSpPr>
        <p:spPr>
          <a:xfrm>
            <a:off x="3607407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1" name="Rectangle 2090"/>
          <p:cNvSpPr/>
          <p:nvPr/>
        </p:nvSpPr>
        <p:spPr>
          <a:xfrm>
            <a:off x="3746455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2" name="Rectangle 2091"/>
          <p:cNvSpPr/>
          <p:nvPr/>
        </p:nvSpPr>
        <p:spPr>
          <a:xfrm>
            <a:off x="3885504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3" name="Rectangle 2092"/>
          <p:cNvSpPr/>
          <p:nvPr/>
        </p:nvSpPr>
        <p:spPr>
          <a:xfrm>
            <a:off x="4024552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4" name="Rectangle 2093"/>
          <p:cNvSpPr/>
          <p:nvPr/>
        </p:nvSpPr>
        <p:spPr>
          <a:xfrm>
            <a:off x="4163601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5" name="Rectangle 2094"/>
          <p:cNvSpPr/>
          <p:nvPr/>
        </p:nvSpPr>
        <p:spPr>
          <a:xfrm>
            <a:off x="4302649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6" name="Rectangle 2095"/>
          <p:cNvSpPr/>
          <p:nvPr/>
        </p:nvSpPr>
        <p:spPr>
          <a:xfrm>
            <a:off x="4441698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7" name="Rectangle 2096"/>
          <p:cNvSpPr/>
          <p:nvPr/>
        </p:nvSpPr>
        <p:spPr>
          <a:xfrm>
            <a:off x="4580746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8" name="Rectangle 2097"/>
          <p:cNvSpPr/>
          <p:nvPr/>
        </p:nvSpPr>
        <p:spPr>
          <a:xfrm>
            <a:off x="4719794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9" name="Rectangle 2098"/>
          <p:cNvSpPr/>
          <p:nvPr/>
        </p:nvSpPr>
        <p:spPr>
          <a:xfrm>
            <a:off x="4858843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0" name="Rectangle 2099"/>
          <p:cNvSpPr/>
          <p:nvPr/>
        </p:nvSpPr>
        <p:spPr>
          <a:xfrm>
            <a:off x="4997891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1" name="Rectangle 2100"/>
          <p:cNvSpPr/>
          <p:nvPr/>
        </p:nvSpPr>
        <p:spPr>
          <a:xfrm>
            <a:off x="5136940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2" name="Rectangle 2101"/>
          <p:cNvSpPr/>
          <p:nvPr/>
        </p:nvSpPr>
        <p:spPr>
          <a:xfrm>
            <a:off x="5275988" y="482254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3" name="Rectangle 2102"/>
          <p:cNvSpPr/>
          <p:nvPr/>
        </p:nvSpPr>
        <p:spPr>
          <a:xfrm>
            <a:off x="5415037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4" name="Rectangle 2103"/>
          <p:cNvSpPr/>
          <p:nvPr/>
        </p:nvSpPr>
        <p:spPr>
          <a:xfrm>
            <a:off x="5554085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5" name="Rectangle 2104"/>
          <p:cNvSpPr/>
          <p:nvPr/>
        </p:nvSpPr>
        <p:spPr>
          <a:xfrm>
            <a:off x="5693133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6" name="Rectangle 2105"/>
          <p:cNvSpPr/>
          <p:nvPr/>
        </p:nvSpPr>
        <p:spPr>
          <a:xfrm>
            <a:off x="5832182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7" name="Rectangle 2106"/>
          <p:cNvSpPr/>
          <p:nvPr/>
        </p:nvSpPr>
        <p:spPr>
          <a:xfrm>
            <a:off x="5971230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8" name="Rectangle 2107"/>
          <p:cNvSpPr/>
          <p:nvPr/>
        </p:nvSpPr>
        <p:spPr>
          <a:xfrm>
            <a:off x="6110279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9" name="Rectangle 2108"/>
          <p:cNvSpPr/>
          <p:nvPr/>
        </p:nvSpPr>
        <p:spPr>
          <a:xfrm>
            <a:off x="6249327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0" name="Rectangle 2109"/>
          <p:cNvSpPr/>
          <p:nvPr/>
        </p:nvSpPr>
        <p:spPr>
          <a:xfrm>
            <a:off x="6388376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1" name="Rectangle 2110"/>
          <p:cNvSpPr/>
          <p:nvPr/>
        </p:nvSpPr>
        <p:spPr>
          <a:xfrm>
            <a:off x="6527424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2" name="Rectangle 2111"/>
          <p:cNvSpPr/>
          <p:nvPr/>
        </p:nvSpPr>
        <p:spPr>
          <a:xfrm>
            <a:off x="6666472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3" name="Rectangle 2112"/>
          <p:cNvSpPr/>
          <p:nvPr/>
        </p:nvSpPr>
        <p:spPr>
          <a:xfrm>
            <a:off x="6805521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4" name="Rectangle 2113"/>
          <p:cNvSpPr/>
          <p:nvPr/>
        </p:nvSpPr>
        <p:spPr>
          <a:xfrm>
            <a:off x="6944569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5" name="Rectangle 2114"/>
          <p:cNvSpPr/>
          <p:nvPr/>
        </p:nvSpPr>
        <p:spPr>
          <a:xfrm>
            <a:off x="7083618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6" name="Rectangle 2115"/>
          <p:cNvSpPr/>
          <p:nvPr/>
        </p:nvSpPr>
        <p:spPr>
          <a:xfrm>
            <a:off x="7222666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7" name="Rectangle 2116"/>
          <p:cNvSpPr/>
          <p:nvPr/>
        </p:nvSpPr>
        <p:spPr>
          <a:xfrm>
            <a:off x="7361715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8" name="Rectangle 2117"/>
          <p:cNvSpPr/>
          <p:nvPr/>
        </p:nvSpPr>
        <p:spPr>
          <a:xfrm>
            <a:off x="7500763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9" name="Rectangle 2118"/>
          <p:cNvSpPr/>
          <p:nvPr/>
        </p:nvSpPr>
        <p:spPr>
          <a:xfrm>
            <a:off x="7639812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0" name="Rectangle 2119"/>
          <p:cNvSpPr/>
          <p:nvPr/>
        </p:nvSpPr>
        <p:spPr>
          <a:xfrm>
            <a:off x="7778860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1" name="Rectangle 2120"/>
          <p:cNvSpPr/>
          <p:nvPr/>
        </p:nvSpPr>
        <p:spPr>
          <a:xfrm>
            <a:off x="7917908" y="482254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2" name="Rectangle 2121"/>
          <p:cNvSpPr/>
          <p:nvPr/>
        </p:nvSpPr>
        <p:spPr>
          <a:xfrm>
            <a:off x="8056957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3" name="Rectangle 2122"/>
          <p:cNvSpPr/>
          <p:nvPr/>
        </p:nvSpPr>
        <p:spPr>
          <a:xfrm>
            <a:off x="8196005" y="4822545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4" name="Rectangle 2123"/>
          <p:cNvSpPr/>
          <p:nvPr/>
        </p:nvSpPr>
        <p:spPr>
          <a:xfrm>
            <a:off x="8335054" y="482254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5" name="Rectangle 2124"/>
          <p:cNvSpPr/>
          <p:nvPr/>
        </p:nvSpPr>
        <p:spPr>
          <a:xfrm>
            <a:off x="8474102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6" name="Rectangle 2125"/>
          <p:cNvSpPr/>
          <p:nvPr/>
        </p:nvSpPr>
        <p:spPr>
          <a:xfrm>
            <a:off x="8613151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7" name="Rectangle 2126"/>
          <p:cNvSpPr/>
          <p:nvPr/>
        </p:nvSpPr>
        <p:spPr>
          <a:xfrm>
            <a:off x="8752199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8" name="Rectangle 2127"/>
          <p:cNvSpPr/>
          <p:nvPr/>
        </p:nvSpPr>
        <p:spPr>
          <a:xfrm>
            <a:off x="8891247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9" name="Rectangle 2128"/>
          <p:cNvSpPr/>
          <p:nvPr/>
        </p:nvSpPr>
        <p:spPr>
          <a:xfrm>
            <a:off x="9030296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0" name="Rectangle 2129"/>
          <p:cNvSpPr/>
          <p:nvPr/>
        </p:nvSpPr>
        <p:spPr>
          <a:xfrm>
            <a:off x="9169344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1" name="Rectangle 2130"/>
          <p:cNvSpPr/>
          <p:nvPr/>
        </p:nvSpPr>
        <p:spPr>
          <a:xfrm>
            <a:off x="9308393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2" name="Rectangle 2131"/>
          <p:cNvSpPr/>
          <p:nvPr/>
        </p:nvSpPr>
        <p:spPr>
          <a:xfrm>
            <a:off x="9447441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3" name="Rectangle 2132"/>
          <p:cNvSpPr/>
          <p:nvPr/>
        </p:nvSpPr>
        <p:spPr>
          <a:xfrm>
            <a:off x="9586490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4" name="Rectangle 2133"/>
          <p:cNvSpPr/>
          <p:nvPr/>
        </p:nvSpPr>
        <p:spPr>
          <a:xfrm>
            <a:off x="9725538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5" name="Rectangle 2134"/>
          <p:cNvSpPr/>
          <p:nvPr/>
        </p:nvSpPr>
        <p:spPr>
          <a:xfrm>
            <a:off x="9864586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6" name="Rectangle 2135"/>
          <p:cNvSpPr/>
          <p:nvPr/>
        </p:nvSpPr>
        <p:spPr>
          <a:xfrm>
            <a:off x="10003635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7" name="Rectangle 2136"/>
          <p:cNvSpPr/>
          <p:nvPr/>
        </p:nvSpPr>
        <p:spPr>
          <a:xfrm>
            <a:off x="10142683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8" name="Rectangle 2137"/>
          <p:cNvSpPr/>
          <p:nvPr/>
        </p:nvSpPr>
        <p:spPr>
          <a:xfrm>
            <a:off x="10281732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9" name="Rectangle 2138"/>
          <p:cNvSpPr/>
          <p:nvPr/>
        </p:nvSpPr>
        <p:spPr>
          <a:xfrm>
            <a:off x="10420780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0" name="Rectangle 2139"/>
          <p:cNvSpPr/>
          <p:nvPr/>
        </p:nvSpPr>
        <p:spPr>
          <a:xfrm>
            <a:off x="10559829" y="4822545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1" name="Rectangle 2140"/>
          <p:cNvSpPr/>
          <p:nvPr/>
        </p:nvSpPr>
        <p:spPr>
          <a:xfrm>
            <a:off x="10698877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2" name="Rectangle 2141"/>
          <p:cNvSpPr/>
          <p:nvPr/>
        </p:nvSpPr>
        <p:spPr>
          <a:xfrm>
            <a:off x="10837926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3" name="Rectangle 2142"/>
          <p:cNvSpPr/>
          <p:nvPr/>
        </p:nvSpPr>
        <p:spPr>
          <a:xfrm>
            <a:off x="10976974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4" name="Rectangle 2143"/>
          <p:cNvSpPr/>
          <p:nvPr/>
        </p:nvSpPr>
        <p:spPr>
          <a:xfrm>
            <a:off x="11116022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5" name="Rectangle 2144"/>
          <p:cNvSpPr/>
          <p:nvPr/>
        </p:nvSpPr>
        <p:spPr>
          <a:xfrm>
            <a:off x="11255071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6" name="Rectangle 2145"/>
          <p:cNvSpPr/>
          <p:nvPr/>
        </p:nvSpPr>
        <p:spPr>
          <a:xfrm>
            <a:off x="11394119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7" name="Rectangle 2146"/>
          <p:cNvSpPr/>
          <p:nvPr/>
        </p:nvSpPr>
        <p:spPr>
          <a:xfrm>
            <a:off x="11533168" y="482254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8" name="Rectangle 2147"/>
          <p:cNvSpPr/>
          <p:nvPr/>
        </p:nvSpPr>
        <p:spPr>
          <a:xfrm>
            <a:off x="11672216" y="4822545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9" name="Rectangle 2148"/>
          <p:cNvSpPr/>
          <p:nvPr/>
        </p:nvSpPr>
        <p:spPr>
          <a:xfrm>
            <a:off x="11811265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0" name="Rectangle 2149"/>
          <p:cNvSpPr/>
          <p:nvPr/>
        </p:nvSpPr>
        <p:spPr>
          <a:xfrm>
            <a:off x="11950313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1" name="Rectangle 2150"/>
          <p:cNvSpPr/>
          <p:nvPr/>
        </p:nvSpPr>
        <p:spPr>
          <a:xfrm>
            <a:off x="12089361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2" name="Rectangle 2151"/>
          <p:cNvSpPr/>
          <p:nvPr/>
        </p:nvSpPr>
        <p:spPr>
          <a:xfrm>
            <a:off x="12228410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3" name="Rectangle 2152"/>
          <p:cNvSpPr/>
          <p:nvPr/>
        </p:nvSpPr>
        <p:spPr>
          <a:xfrm>
            <a:off x="12367458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4" name="Rectangle 2153"/>
          <p:cNvSpPr/>
          <p:nvPr/>
        </p:nvSpPr>
        <p:spPr>
          <a:xfrm>
            <a:off x="12506507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5" name="Rectangle 2154"/>
          <p:cNvSpPr/>
          <p:nvPr/>
        </p:nvSpPr>
        <p:spPr>
          <a:xfrm>
            <a:off x="12645555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6" name="Rectangle 2155"/>
          <p:cNvSpPr/>
          <p:nvPr/>
        </p:nvSpPr>
        <p:spPr>
          <a:xfrm>
            <a:off x="12784604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7" name="Rectangle 2156"/>
          <p:cNvSpPr/>
          <p:nvPr/>
        </p:nvSpPr>
        <p:spPr>
          <a:xfrm>
            <a:off x="12923652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8" name="Rectangle 2157"/>
          <p:cNvSpPr/>
          <p:nvPr/>
        </p:nvSpPr>
        <p:spPr>
          <a:xfrm>
            <a:off x="13062700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9" name="Rectangle 2158"/>
          <p:cNvSpPr/>
          <p:nvPr/>
        </p:nvSpPr>
        <p:spPr>
          <a:xfrm>
            <a:off x="13201749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0" name="Rectangle 2159"/>
          <p:cNvSpPr/>
          <p:nvPr/>
        </p:nvSpPr>
        <p:spPr>
          <a:xfrm>
            <a:off x="13340797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1" name="Rectangle 2160"/>
          <p:cNvSpPr/>
          <p:nvPr/>
        </p:nvSpPr>
        <p:spPr>
          <a:xfrm>
            <a:off x="13479846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2" name="Rectangle 2161"/>
          <p:cNvSpPr/>
          <p:nvPr/>
        </p:nvSpPr>
        <p:spPr>
          <a:xfrm>
            <a:off x="13618894" y="4822545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3" name="Rectangle 2162"/>
          <p:cNvSpPr/>
          <p:nvPr/>
        </p:nvSpPr>
        <p:spPr>
          <a:xfrm>
            <a:off x="13757943" y="4822545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4" name="Rectangle 2163"/>
          <p:cNvSpPr/>
          <p:nvPr/>
        </p:nvSpPr>
        <p:spPr>
          <a:xfrm>
            <a:off x="13896991" y="4822545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5" name="TextBox 2164"/>
          <p:cNvSpPr txBox="1"/>
          <p:nvPr/>
        </p:nvSpPr>
        <p:spPr>
          <a:xfrm>
            <a:off x="676656" y="4938674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23</a:t>
            </a:r>
          </a:p>
        </p:txBody>
      </p:sp>
      <p:sp>
        <p:nvSpPr>
          <p:cNvPr id="2166" name="Rectangle 2165"/>
          <p:cNvSpPr/>
          <p:nvPr/>
        </p:nvSpPr>
        <p:spPr>
          <a:xfrm>
            <a:off x="1243584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7" name="Rectangle 2166"/>
          <p:cNvSpPr/>
          <p:nvPr/>
        </p:nvSpPr>
        <p:spPr>
          <a:xfrm>
            <a:off x="1382632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8" name="Rectangle 2167"/>
          <p:cNvSpPr/>
          <p:nvPr/>
        </p:nvSpPr>
        <p:spPr>
          <a:xfrm>
            <a:off x="1521680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9" name="Rectangle 2168"/>
          <p:cNvSpPr/>
          <p:nvPr/>
        </p:nvSpPr>
        <p:spPr>
          <a:xfrm>
            <a:off x="1660729" y="493867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0" name="Rectangle 2169"/>
          <p:cNvSpPr/>
          <p:nvPr/>
        </p:nvSpPr>
        <p:spPr>
          <a:xfrm>
            <a:off x="1799777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1" name="Rectangle 2170"/>
          <p:cNvSpPr/>
          <p:nvPr/>
        </p:nvSpPr>
        <p:spPr>
          <a:xfrm>
            <a:off x="1938826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2" name="Rectangle 2171"/>
          <p:cNvSpPr/>
          <p:nvPr/>
        </p:nvSpPr>
        <p:spPr>
          <a:xfrm>
            <a:off x="2077874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3" name="Rectangle 2172"/>
          <p:cNvSpPr/>
          <p:nvPr/>
        </p:nvSpPr>
        <p:spPr>
          <a:xfrm>
            <a:off x="2216923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4" name="Rectangle 2173"/>
          <p:cNvSpPr/>
          <p:nvPr/>
        </p:nvSpPr>
        <p:spPr>
          <a:xfrm>
            <a:off x="2355971" y="493867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5" name="Rectangle 2174"/>
          <p:cNvSpPr/>
          <p:nvPr/>
        </p:nvSpPr>
        <p:spPr>
          <a:xfrm>
            <a:off x="2495019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6" name="Rectangle 2175"/>
          <p:cNvSpPr/>
          <p:nvPr/>
        </p:nvSpPr>
        <p:spPr>
          <a:xfrm>
            <a:off x="2634068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7" name="Rectangle 2176"/>
          <p:cNvSpPr/>
          <p:nvPr/>
        </p:nvSpPr>
        <p:spPr>
          <a:xfrm>
            <a:off x="2773116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8" name="Rectangle 2177"/>
          <p:cNvSpPr/>
          <p:nvPr/>
        </p:nvSpPr>
        <p:spPr>
          <a:xfrm>
            <a:off x="2912165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9" name="Rectangle 2178"/>
          <p:cNvSpPr/>
          <p:nvPr/>
        </p:nvSpPr>
        <p:spPr>
          <a:xfrm>
            <a:off x="3051213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0" name="Rectangle 2179"/>
          <p:cNvSpPr/>
          <p:nvPr/>
        </p:nvSpPr>
        <p:spPr>
          <a:xfrm>
            <a:off x="3190262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1" name="Rectangle 2180"/>
          <p:cNvSpPr/>
          <p:nvPr/>
        </p:nvSpPr>
        <p:spPr>
          <a:xfrm>
            <a:off x="3329310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2" name="Rectangle 2181"/>
          <p:cNvSpPr/>
          <p:nvPr/>
        </p:nvSpPr>
        <p:spPr>
          <a:xfrm>
            <a:off x="3468358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3" name="Rectangle 2182"/>
          <p:cNvSpPr/>
          <p:nvPr/>
        </p:nvSpPr>
        <p:spPr>
          <a:xfrm>
            <a:off x="3607407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4" name="Rectangle 2183"/>
          <p:cNvSpPr/>
          <p:nvPr/>
        </p:nvSpPr>
        <p:spPr>
          <a:xfrm>
            <a:off x="3746455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5" name="Rectangle 2184"/>
          <p:cNvSpPr/>
          <p:nvPr/>
        </p:nvSpPr>
        <p:spPr>
          <a:xfrm>
            <a:off x="3885504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6" name="Rectangle 2185"/>
          <p:cNvSpPr/>
          <p:nvPr/>
        </p:nvSpPr>
        <p:spPr>
          <a:xfrm>
            <a:off x="4024552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7" name="Rectangle 2186"/>
          <p:cNvSpPr/>
          <p:nvPr/>
        </p:nvSpPr>
        <p:spPr>
          <a:xfrm>
            <a:off x="4163601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8" name="Rectangle 2187"/>
          <p:cNvSpPr/>
          <p:nvPr/>
        </p:nvSpPr>
        <p:spPr>
          <a:xfrm>
            <a:off x="4302649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9" name="Rectangle 2188"/>
          <p:cNvSpPr/>
          <p:nvPr/>
        </p:nvSpPr>
        <p:spPr>
          <a:xfrm>
            <a:off x="4441698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0" name="Rectangle 2189"/>
          <p:cNvSpPr/>
          <p:nvPr/>
        </p:nvSpPr>
        <p:spPr>
          <a:xfrm>
            <a:off x="4580746" y="493867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1" name="Rectangle 2190"/>
          <p:cNvSpPr/>
          <p:nvPr/>
        </p:nvSpPr>
        <p:spPr>
          <a:xfrm>
            <a:off x="4719794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2" name="Rectangle 2191"/>
          <p:cNvSpPr/>
          <p:nvPr/>
        </p:nvSpPr>
        <p:spPr>
          <a:xfrm>
            <a:off x="4858843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3" name="Rectangle 2192"/>
          <p:cNvSpPr/>
          <p:nvPr/>
        </p:nvSpPr>
        <p:spPr>
          <a:xfrm>
            <a:off x="4997891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4" name="Rectangle 2193"/>
          <p:cNvSpPr/>
          <p:nvPr/>
        </p:nvSpPr>
        <p:spPr>
          <a:xfrm>
            <a:off x="5136940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5" name="Rectangle 2194"/>
          <p:cNvSpPr/>
          <p:nvPr/>
        </p:nvSpPr>
        <p:spPr>
          <a:xfrm>
            <a:off x="5275988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6" name="Rectangle 2195"/>
          <p:cNvSpPr/>
          <p:nvPr/>
        </p:nvSpPr>
        <p:spPr>
          <a:xfrm>
            <a:off x="5415037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7" name="Rectangle 2196"/>
          <p:cNvSpPr/>
          <p:nvPr/>
        </p:nvSpPr>
        <p:spPr>
          <a:xfrm>
            <a:off x="5554085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8" name="Rectangle 2197"/>
          <p:cNvSpPr/>
          <p:nvPr/>
        </p:nvSpPr>
        <p:spPr>
          <a:xfrm>
            <a:off x="5693133" y="493867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9" name="Rectangle 2198"/>
          <p:cNvSpPr/>
          <p:nvPr/>
        </p:nvSpPr>
        <p:spPr>
          <a:xfrm>
            <a:off x="5832182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0" name="Rectangle 2199"/>
          <p:cNvSpPr/>
          <p:nvPr/>
        </p:nvSpPr>
        <p:spPr>
          <a:xfrm>
            <a:off x="5971230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1" name="Rectangle 2200"/>
          <p:cNvSpPr/>
          <p:nvPr/>
        </p:nvSpPr>
        <p:spPr>
          <a:xfrm>
            <a:off x="6110279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2" name="Rectangle 2201"/>
          <p:cNvSpPr/>
          <p:nvPr/>
        </p:nvSpPr>
        <p:spPr>
          <a:xfrm>
            <a:off x="6249327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3" name="Rectangle 2202"/>
          <p:cNvSpPr/>
          <p:nvPr/>
        </p:nvSpPr>
        <p:spPr>
          <a:xfrm>
            <a:off x="6388376" y="493867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4" name="Rectangle 2203"/>
          <p:cNvSpPr/>
          <p:nvPr/>
        </p:nvSpPr>
        <p:spPr>
          <a:xfrm>
            <a:off x="6527424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5" name="Rectangle 2204"/>
          <p:cNvSpPr/>
          <p:nvPr/>
        </p:nvSpPr>
        <p:spPr>
          <a:xfrm>
            <a:off x="6666472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6" name="Rectangle 2205"/>
          <p:cNvSpPr/>
          <p:nvPr/>
        </p:nvSpPr>
        <p:spPr>
          <a:xfrm>
            <a:off x="6805521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7" name="Rectangle 2206"/>
          <p:cNvSpPr/>
          <p:nvPr/>
        </p:nvSpPr>
        <p:spPr>
          <a:xfrm>
            <a:off x="6944569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8" name="Rectangle 2207"/>
          <p:cNvSpPr/>
          <p:nvPr/>
        </p:nvSpPr>
        <p:spPr>
          <a:xfrm>
            <a:off x="7083618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9" name="Rectangle 2208"/>
          <p:cNvSpPr/>
          <p:nvPr/>
        </p:nvSpPr>
        <p:spPr>
          <a:xfrm>
            <a:off x="7222666" y="493867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0" name="Rectangle 2209"/>
          <p:cNvSpPr/>
          <p:nvPr/>
        </p:nvSpPr>
        <p:spPr>
          <a:xfrm>
            <a:off x="7361715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1" name="Rectangle 2210"/>
          <p:cNvSpPr/>
          <p:nvPr/>
        </p:nvSpPr>
        <p:spPr>
          <a:xfrm>
            <a:off x="7500763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2" name="Rectangle 2211"/>
          <p:cNvSpPr/>
          <p:nvPr/>
        </p:nvSpPr>
        <p:spPr>
          <a:xfrm>
            <a:off x="7639812" y="493867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3" name="Rectangle 2212"/>
          <p:cNvSpPr/>
          <p:nvPr/>
        </p:nvSpPr>
        <p:spPr>
          <a:xfrm>
            <a:off x="7778860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4" name="Rectangle 2213"/>
          <p:cNvSpPr/>
          <p:nvPr/>
        </p:nvSpPr>
        <p:spPr>
          <a:xfrm>
            <a:off x="7917908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5" name="Rectangle 2214"/>
          <p:cNvSpPr/>
          <p:nvPr/>
        </p:nvSpPr>
        <p:spPr>
          <a:xfrm>
            <a:off x="8056957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6" name="Rectangle 2215"/>
          <p:cNvSpPr/>
          <p:nvPr/>
        </p:nvSpPr>
        <p:spPr>
          <a:xfrm>
            <a:off x="8196005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7" name="Rectangle 2216"/>
          <p:cNvSpPr/>
          <p:nvPr/>
        </p:nvSpPr>
        <p:spPr>
          <a:xfrm>
            <a:off x="8335054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8" name="Rectangle 2217"/>
          <p:cNvSpPr/>
          <p:nvPr/>
        </p:nvSpPr>
        <p:spPr>
          <a:xfrm>
            <a:off x="8474102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9" name="Rectangle 2218"/>
          <p:cNvSpPr/>
          <p:nvPr/>
        </p:nvSpPr>
        <p:spPr>
          <a:xfrm>
            <a:off x="8613151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0" name="Rectangle 2219"/>
          <p:cNvSpPr/>
          <p:nvPr/>
        </p:nvSpPr>
        <p:spPr>
          <a:xfrm>
            <a:off x="8752199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1" name="Rectangle 2220"/>
          <p:cNvSpPr/>
          <p:nvPr/>
        </p:nvSpPr>
        <p:spPr>
          <a:xfrm>
            <a:off x="8891247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2" name="Rectangle 2221"/>
          <p:cNvSpPr/>
          <p:nvPr/>
        </p:nvSpPr>
        <p:spPr>
          <a:xfrm>
            <a:off x="9030296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3" name="Rectangle 2222"/>
          <p:cNvSpPr/>
          <p:nvPr/>
        </p:nvSpPr>
        <p:spPr>
          <a:xfrm>
            <a:off x="9169344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4" name="Rectangle 2223"/>
          <p:cNvSpPr/>
          <p:nvPr/>
        </p:nvSpPr>
        <p:spPr>
          <a:xfrm>
            <a:off x="9308393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5" name="Rectangle 2224"/>
          <p:cNvSpPr/>
          <p:nvPr/>
        </p:nvSpPr>
        <p:spPr>
          <a:xfrm>
            <a:off x="9447441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6" name="Rectangle 2225"/>
          <p:cNvSpPr/>
          <p:nvPr/>
        </p:nvSpPr>
        <p:spPr>
          <a:xfrm>
            <a:off x="9586490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7" name="Rectangle 2226"/>
          <p:cNvSpPr/>
          <p:nvPr/>
        </p:nvSpPr>
        <p:spPr>
          <a:xfrm>
            <a:off x="9725538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8" name="Rectangle 2227"/>
          <p:cNvSpPr/>
          <p:nvPr/>
        </p:nvSpPr>
        <p:spPr>
          <a:xfrm>
            <a:off x="9864586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9" name="Rectangle 2228"/>
          <p:cNvSpPr/>
          <p:nvPr/>
        </p:nvSpPr>
        <p:spPr>
          <a:xfrm>
            <a:off x="10003635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0" name="Rectangle 2229"/>
          <p:cNvSpPr/>
          <p:nvPr/>
        </p:nvSpPr>
        <p:spPr>
          <a:xfrm>
            <a:off x="10142683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1" name="Rectangle 2230"/>
          <p:cNvSpPr/>
          <p:nvPr/>
        </p:nvSpPr>
        <p:spPr>
          <a:xfrm>
            <a:off x="10281732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2" name="Rectangle 2231"/>
          <p:cNvSpPr/>
          <p:nvPr/>
        </p:nvSpPr>
        <p:spPr>
          <a:xfrm>
            <a:off x="10420780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3" name="Rectangle 2232"/>
          <p:cNvSpPr/>
          <p:nvPr/>
        </p:nvSpPr>
        <p:spPr>
          <a:xfrm>
            <a:off x="10559829" y="493867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4" name="Rectangle 2233"/>
          <p:cNvSpPr/>
          <p:nvPr/>
        </p:nvSpPr>
        <p:spPr>
          <a:xfrm>
            <a:off x="10698877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5" name="Rectangle 2234"/>
          <p:cNvSpPr/>
          <p:nvPr/>
        </p:nvSpPr>
        <p:spPr>
          <a:xfrm>
            <a:off x="10837926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6" name="Rectangle 2235"/>
          <p:cNvSpPr/>
          <p:nvPr/>
        </p:nvSpPr>
        <p:spPr>
          <a:xfrm>
            <a:off x="10976974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7" name="Rectangle 2236"/>
          <p:cNvSpPr/>
          <p:nvPr/>
        </p:nvSpPr>
        <p:spPr>
          <a:xfrm>
            <a:off x="11116022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8" name="Rectangle 2237"/>
          <p:cNvSpPr/>
          <p:nvPr/>
        </p:nvSpPr>
        <p:spPr>
          <a:xfrm>
            <a:off x="11255071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9" name="Rectangle 2238"/>
          <p:cNvSpPr/>
          <p:nvPr/>
        </p:nvSpPr>
        <p:spPr>
          <a:xfrm>
            <a:off x="11394119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0" name="Rectangle 2239"/>
          <p:cNvSpPr/>
          <p:nvPr/>
        </p:nvSpPr>
        <p:spPr>
          <a:xfrm>
            <a:off x="11533168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1" name="Rectangle 2240"/>
          <p:cNvSpPr/>
          <p:nvPr/>
        </p:nvSpPr>
        <p:spPr>
          <a:xfrm>
            <a:off x="11672216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2" name="Rectangle 2241"/>
          <p:cNvSpPr/>
          <p:nvPr/>
        </p:nvSpPr>
        <p:spPr>
          <a:xfrm>
            <a:off x="11811265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3" name="Rectangle 2242"/>
          <p:cNvSpPr/>
          <p:nvPr/>
        </p:nvSpPr>
        <p:spPr>
          <a:xfrm>
            <a:off x="11950313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4" name="Rectangle 2243"/>
          <p:cNvSpPr/>
          <p:nvPr/>
        </p:nvSpPr>
        <p:spPr>
          <a:xfrm>
            <a:off x="12089361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5" name="Rectangle 2244"/>
          <p:cNvSpPr/>
          <p:nvPr/>
        </p:nvSpPr>
        <p:spPr>
          <a:xfrm>
            <a:off x="12228410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6" name="Rectangle 2245"/>
          <p:cNvSpPr/>
          <p:nvPr/>
        </p:nvSpPr>
        <p:spPr>
          <a:xfrm>
            <a:off x="12367458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7" name="Rectangle 2246"/>
          <p:cNvSpPr/>
          <p:nvPr/>
        </p:nvSpPr>
        <p:spPr>
          <a:xfrm>
            <a:off x="12506507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8" name="Rectangle 2247"/>
          <p:cNvSpPr/>
          <p:nvPr/>
        </p:nvSpPr>
        <p:spPr>
          <a:xfrm>
            <a:off x="12645555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9" name="Rectangle 2248"/>
          <p:cNvSpPr/>
          <p:nvPr/>
        </p:nvSpPr>
        <p:spPr>
          <a:xfrm>
            <a:off x="12784604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0" name="Rectangle 2249"/>
          <p:cNvSpPr/>
          <p:nvPr/>
        </p:nvSpPr>
        <p:spPr>
          <a:xfrm>
            <a:off x="12923652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1" name="Rectangle 2250"/>
          <p:cNvSpPr/>
          <p:nvPr/>
        </p:nvSpPr>
        <p:spPr>
          <a:xfrm>
            <a:off x="13062700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2" name="Rectangle 2251"/>
          <p:cNvSpPr/>
          <p:nvPr/>
        </p:nvSpPr>
        <p:spPr>
          <a:xfrm>
            <a:off x="13201749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3" name="Rectangle 2252"/>
          <p:cNvSpPr/>
          <p:nvPr/>
        </p:nvSpPr>
        <p:spPr>
          <a:xfrm>
            <a:off x="13340797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4" name="Rectangle 2253"/>
          <p:cNvSpPr/>
          <p:nvPr/>
        </p:nvSpPr>
        <p:spPr>
          <a:xfrm>
            <a:off x="13479846" y="493867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5" name="Rectangle 2254"/>
          <p:cNvSpPr/>
          <p:nvPr/>
        </p:nvSpPr>
        <p:spPr>
          <a:xfrm>
            <a:off x="13618894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6" name="Rectangle 2255"/>
          <p:cNvSpPr/>
          <p:nvPr/>
        </p:nvSpPr>
        <p:spPr>
          <a:xfrm>
            <a:off x="13757943" y="493867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7" name="Rectangle 2256"/>
          <p:cNvSpPr/>
          <p:nvPr/>
        </p:nvSpPr>
        <p:spPr>
          <a:xfrm>
            <a:off x="13896991" y="493867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8" name="TextBox 2257"/>
          <p:cNvSpPr txBox="1"/>
          <p:nvPr/>
        </p:nvSpPr>
        <p:spPr>
          <a:xfrm>
            <a:off x="676656" y="5054803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24</a:t>
            </a:r>
          </a:p>
        </p:txBody>
      </p:sp>
      <p:sp>
        <p:nvSpPr>
          <p:cNvPr id="2259" name="Rectangle 2258"/>
          <p:cNvSpPr/>
          <p:nvPr/>
        </p:nvSpPr>
        <p:spPr>
          <a:xfrm>
            <a:off x="1243584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0" name="Rectangle 2259"/>
          <p:cNvSpPr/>
          <p:nvPr/>
        </p:nvSpPr>
        <p:spPr>
          <a:xfrm>
            <a:off x="1382632" y="505480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1" name="Rectangle 2260"/>
          <p:cNvSpPr/>
          <p:nvPr/>
        </p:nvSpPr>
        <p:spPr>
          <a:xfrm>
            <a:off x="1521680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2" name="Rectangle 2261"/>
          <p:cNvSpPr/>
          <p:nvPr/>
        </p:nvSpPr>
        <p:spPr>
          <a:xfrm>
            <a:off x="1660729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3" name="Rectangle 2262"/>
          <p:cNvSpPr/>
          <p:nvPr/>
        </p:nvSpPr>
        <p:spPr>
          <a:xfrm>
            <a:off x="1799777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4" name="Rectangle 2263"/>
          <p:cNvSpPr/>
          <p:nvPr/>
        </p:nvSpPr>
        <p:spPr>
          <a:xfrm>
            <a:off x="1938826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5" name="Rectangle 2264"/>
          <p:cNvSpPr/>
          <p:nvPr/>
        </p:nvSpPr>
        <p:spPr>
          <a:xfrm>
            <a:off x="2077874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6" name="Rectangle 2265"/>
          <p:cNvSpPr/>
          <p:nvPr/>
        </p:nvSpPr>
        <p:spPr>
          <a:xfrm>
            <a:off x="2216923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7" name="Rectangle 2266"/>
          <p:cNvSpPr/>
          <p:nvPr/>
        </p:nvSpPr>
        <p:spPr>
          <a:xfrm>
            <a:off x="2355971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8" name="Rectangle 2267"/>
          <p:cNvSpPr/>
          <p:nvPr/>
        </p:nvSpPr>
        <p:spPr>
          <a:xfrm>
            <a:off x="2495019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9" name="Rectangle 2268"/>
          <p:cNvSpPr/>
          <p:nvPr/>
        </p:nvSpPr>
        <p:spPr>
          <a:xfrm>
            <a:off x="2634068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0" name="Rectangle 2269"/>
          <p:cNvSpPr/>
          <p:nvPr/>
        </p:nvSpPr>
        <p:spPr>
          <a:xfrm>
            <a:off x="2773116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1" name="Rectangle 2270"/>
          <p:cNvSpPr/>
          <p:nvPr/>
        </p:nvSpPr>
        <p:spPr>
          <a:xfrm>
            <a:off x="2912165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2" name="Rectangle 2271"/>
          <p:cNvSpPr/>
          <p:nvPr/>
        </p:nvSpPr>
        <p:spPr>
          <a:xfrm>
            <a:off x="3051213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3" name="Rectangle 2272"/>
          <p:cNvSpPr/>
          <p:nvPr/>
        </p:nvSpPr>
        <p:spPr>
          <a:xfrm>
            <a:off x="3190262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4" name="Rectangle 2273"/>
          <p:cNvSpPr/>
          <p:nvPr/>
        </p:nvSpPr>
        <p:spPr>
          <a:xfrm>
            <a:off x="3329310" y="505480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5" name="Rectangle 2274"/>
          <p:cNvSpPr/>
          <p:nvPr/>
        </p:nvSpPr>
        <p:spPr>
          <a:xfrm>
            <a:off x="3468358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6" name="Rectangle 2275"/>
          <p:cNvSpPr/>
          <p:nvPr/>
        </p:nvSpPr>
        <p:spPr>
          <a:xfrm>
            <a:off x="3607407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7" name="Rectangle 2276"/>
          <p:cNvSpPr/>
          <p:nvPr/>
        </p:nvSpPr>
        <p:spPr>
          <a:xfrm>
            <a:off x="3746455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8" name="Rectangle 2277"/>
          <p:cNvSpPr/>
          <p:nvPr/>
        </p:nvSpPr>
        <p:spPr>
          <a:xfrm>
            <a:off x="3885504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9" name="Rectangle 2278"/>
          <p:cNvSpPr/>
          <p:nvPr/>
        </p:nvSpPr>
        <p:spPr>
          <a:xfrm>
            <a:off x="4024552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0" name="Rectangle 2279"/>
          <p:cNvSpPr/>
          <p:nvPr/>
        </p:nvSpPr>
        <p:spPr>
          <a:xfrm>
            <a:off x="4163601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1" name="Rectangle 2280"/>
          <p:cNvSpPr/>
          <p:nvPr/>
        </p:nvSpPr>
        <p:spPr>
          <a:xfrm>
            <a:off x="4302649" y="5054803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2" name="Rectangle 2281"/>
          <p:cNvSpPr/>
          <p:nvPr/>
        </p:nvSpPr>
        <p:spPr>
          <a:xfrm>
            <a:off x="4441698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3" name="Rectangle 2282"/>
          <p:cNvSpPr/>
          <p:nvPr/>
        </p:nvSpPr>
        <p:spPr>
          <a:xfrm>
            <a:off x="4580746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4" name="Rectangle 2283"/>
          <p:cNvSpPr/>
          <p:nvPr/>
        </p:nvSpPr>
        <p:spPr>
          <a:xfrm>
            <a:off x="4719794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5" name="Rectangle 2284"/>
          <p:cNvSpPr/>
          <p:nvPr/>
        </p:nvSpPr>
        <p:spPr>
          <a:xfrm>
            <a:off x="4858843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6" name="Rectangle 2285"/>
          <p:cNvSpPr/>
          <p:nvPr/>
        </p:nvSpPr>
        <p:spPr>
          <a:xfrm>
            <a:off x="4997891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7" name="Rectangle 2286"/>
          <p:cNvSpPr/>
          <p:nvPr/>
        </p:nvSpPr>
        <p:spPr>
          <a:xfrm>
            <a:off x="5136940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8" name="Rectangle 2287"/>
          <p:cNvSpPr/>
          <p:nvPr/>
        </p:nvSpPr>
        <p:spPr>
          <a:xfrm>
            <a:off x="5275988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9" name="Rectangle 2288"/>
          <p:cNvSpPr/>
          <p:nvPr/>
        </p:nvSpPr>
        <p:spPr>
          <a:xfrm>
            <a:off x="5415037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0" name="Rectangle 2289"/>
          <p:cNvSpPr/>
          <p:nvPr/>
        </p:nvSpPr>
        <p:spPr>
          <a:xfrm>
            <a:off x="5554085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1" name="Rectangle 2290"/>
          <p:cNvSpPr/>
          <p:nvPr/>
        </p:nvSpPr>
        <p:spPr>
          <a:xfrm>
            <a:off x="5693133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2" name="Rectangle 2291"/>
          <p:cNvSpPr/>
          <p:nvPr/>
        </p:nvSpPr>
        <p:spPr>
          <a:xfrm>
            <a:off x="5832182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3" name="Rectangle 2292"/>
          <p:cNvSpPr/>
          <p:nvPr/>
        </p:nvSpPr>
        <p:spPr>
          <a:xfrm>
            <a:off x="5971230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4" name="Rectangle 2293"/>
          <p:cNvSpPr/>
          <p:nvPr/>
        </p:nvSpPr>
        <p:spPr>
          <a:xfrm>
            <a:off x="6110279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5" name="Rectangle 2294"/>
          <p:cNvSpPr/>
          <p:nvPr/>
        </p:nvSpPr>
        <p:spPr>
          <a:xfrm>
            <a:off x="6249327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6" name="Rectangle 2295"/>
          <p:cNvSpPr/>
          <p:nvPr/>
        </p:nvSpPr>
        <p:spPr>
          <a:xfrm>
            <a:off x="6388376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7" name="Rectangle 2296"/>
          <p:cNvSpPr/>
          <p:nvPr/>
        </p:nvSpPr>
        <p:spPr>
          <a:xfrm>
            <a:off x="6527424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8" name="Rectangle 2297"/>
          <p:cNvSpPr/>
          <p:nvPr/>
        </p:nvSpPr>
        <p:spPr>
          <a:xfrm>
            <a:off x="6666472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9" name="Rectangle 2298"/>
          <p:cNvSpPr/>
          <p:nvPr/>
        </p:nvSpPr>
        <p:spPr>
          <a:xfrm>
            <a:off x="6805521" y="505480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0" name="Rectangle 2299"/>
          <p:cNvSpPr/>
          <p:nvPr/>
        </p:nvSpPr>
        <p:spPr>
          <a:xfrm>
            <a:off x="6944569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1" name="Rectangle 2300"/>
          <p:cNvSpPr/>
          <p:nvPr/>
        </p:nvSpPr>
        <p:spPr>
          <a:xfrm>
            <a:off x="7083618" y="5054803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2" name="Rectangle 2301"/>
          <p:cNvSpPr/>
          <p:nvPr/>
        </p:nvSpPr>
        <p:spPr>
          <a:xfrm>
            <a:off x="7222666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3" name="Rectangle 2302"/>
          <p:cNvSpPr/>
          <p:nvPr/>
        </p:nvSpPr>
        <p:spPr>
          <a:xfrm>
            <a:off x="7361715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4" name="Rectangle 2303"/>
          <p:cNvSpPr/>
          <p:nvPr/>
        </p:nvSpPr>
        <p:spPr>
          <a:xfrm>
            <a:off x="7500763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5" name="Rectangle 2304"/>
          <p:cNvSpPr/>
          <p:nvPr/>
        </p:nvSpPr>
        <p:spPr>
          <a:xfrm>
            <a:off x="7639812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6" name="Rectangle 2305"/>
          <p:cNvSpPr/>
          <p:nvPr/>
        </p:nvSpPr>
        <p:spPr>
          <a:xfrm>
            <a:off x="7778860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7" name="Rectangle 2306"/>
          <p:cNvSpPr/>
          <p:nvPr/>
        </p:nvSpPr>
        <p:spPr>
          <a:xfrm>
            <a:off x="7917908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8" name="Rectangle 2307"/>
          <p:cNvSpPr/>
          <p:nvPr/>
        </p:nvSpPr>
        <p:spPr>
          <a:xfrm>
            <a:off x="8056957" y="505480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9" name="Rectangle 2308"/>
          <p:cNvSpPr/>
          <p:nvPr/>
        </p:nvSpPr>
        <p:spPr>
          <a:xfrm>
            <a:off x="8196005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0" name="Rectangle 2309"/>
          <p:cNvSpPr/>
          <p:nvPr/>
        </p:nvSpPr>
        <p:spPr>
          <a:xfrm>
            <a:off x="8335054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1" name="Rectangle 2310"/>
          <p:cNvSpPr/>
          <p:nvPr/>
        </p:nvSpPr>
        <p:spPr>
          <a:xfrm>
            <a:off x="8474102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2" name="Rectangle 2311"/>
          <p:cNvSpPr/>
          <p:nvPr/>
        </p:nvSpPr>
        <p:spPr>
          <a:xfrm>
            <a:off x="8613151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3" name="Rectangle 2312"/>
          <p:cNvSpPr/>
          <p:nvPr/>
        </p:nvSpPr>
        <p:spPr>
          <a:xfrm>
            <a:off x="8752199" y="505480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4" name="Rectangle 2313"/>
          <p:cNvSpPr/>
          <p:nvPr/>
        </p:nvSpPr>
        <p:spPr>
          <a:xfrm>
            <a:off x="8891247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5" name="Rectangle 2314"/>
          <p:cNvSpPr/>
          <p:nvPr/>
        </p:nvSpPr>
        <p:spPr>
          <a:xfrm>
            <a:off x="9030296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6" name="Rectangle 2315"/>
          <p:cNvSpPr/>
          <p:nvPr/>
        </p:nvSpPr>
        <p:spPr>
          <a:xfrm>
            <a:off x="9169344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7" name="Rectangle 2316"/>
          <p:cNvSpPr/>
          <p:nvPr/>
        </p:nvSpPr>
        <p:spPr>
          <a:xfrm>
            <a:off x="9308393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8" name="Rectangle 2317"/>
          <p:cNvSpPr/>
          <p:nvPr/>
        </p:nvSpPr>
        <p:spPr>
          <a:xfrm>
            <a:off x="9447441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9" name="Rectangle 2318"/>
          <p:cNvSpPr/>
          <p:nvPr/>
        </p:nvSpPr>
        <p:spPr>
          <a:xfrm>
            <a:off x="9586490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0" name="Rectangle 2319"/>
          <p:cNvSpPr/>
          <p:nvPr/>
        </p:nvSpPr>
        <p:spPr>
          <a:xfrm>
            <a:off x="9725538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1" name="Rectangle 2320"/>
          <p:cNvSpPr/>
          <p:nvPr/>
        </p:nvSpPr>
        <p:spPr>
          <a:xfrm>
            <a:off x="9864586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2" name="Rectangle 2321"/>
          <p:cNvSpPr/>
          <p:nvPr/>
        </p:nvSpPr>
        <p:spPr>
          <a:xfrm>
            <a:off x="10003635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3" name="Rectangle 2322"/>
          <p:cNvSpPr/>
          <p:nvPr/>
        </p:nvSpPr>
        <p:spPr>
          <a:xfrm>
            <a:off x="10142683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4" name="Rectangle 2323"/>
          <p:cNvSpPr/>
          <p:nvPr/>
        </p:nvSpPr>
        <p:spPr>
          <a:xfrm>
            <a:off x="10281732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5" name="Rectangle 2324"/>
          <p:cNvSpPr/>
          <p:nvPr/>
        </p:nvSpPr>
        <p:spPr>
          <a:xfrm>
            <a:off x="10420780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6" name="Rectangle 2325"/>
          <p:cNvSpPr/>
          <p:nvPr/>
        </p:nvSpPr>
        <p:spPr>
          <a:xfrm>
            <a:off x="10559829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7" name="Rectangle 2326"/>
          <p:cNvSpPr/>
          <p:nvPr/>
        </p:nvSpPr>
        <p:spPr>
          <a:xfrm>
            <a:off x="10698877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8" name="Rectangle 2327"/>
          <p:cNvSpPr/>
          <p:nvPr/>
        </p:nvSpPr>
        <p:spPr>
          <a:xfrm>
            <a:off x="10837926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9" name="Rectangle 2328"/>
          <p:cNvSpPr/>
          <p:nvPr/>
        </p:nvSpPr>
        <p:spPr>
          <a:xfrm>
            <a:off x="10976974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0" name="Rectangle 2329"/>
          <p:cNvSpPr/>
          <p:nvPr/>
        </p:nvSpPr>
        <p:spPr>
          <a:xfrm>
            <a:off x="11116022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1" name="Rectangle 2330"/>
          <p:cNvSpPr/>
          <p:nvPr/>
        </p:nvSpPr>
        <p:spPr>
          <a:xfrm>
            <a:off x="11255071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2" name="Rectangle 2331"/>
          <p:cNvSpPr/>
          <p:nvPr/>
        </p:nvSpPr>
        <p:spPr>
          <a:xfrm>
            <a:off x="11394119" y="5054803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3" name="Rectangle 2332"/>
          <p:cNvSpPr/>
          <p:nvPr/>
        </p:nvSpPr>
        <p:spPr>
          <a:xfrm>
            <a:off x="11533168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4" name="Rectangle 2333"/>
          <p:cNvSpPr/>
          <p:nvPr/>
        </p:nvSpPr>
        <p:spPr>
          <a:xfrm>
            <a:off x="11672216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5" name="Rectangle 2334"/>
          <p:cNvSpPr/>
          <p:nvPr/>
        </p:nvSpPr>
        <p:spPr>
          <a:xfrm>
            <a:off x="11811265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6" name="Rectangle 2335"/>
          <p:cNvSpPr/>
          <p:nvPr/>
        </p:nvSpPr>
        <p:spPr>
          <a:xfrm>
            <a:off x="11950313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7" name="Rectangle 2336"/>
          <p:cNvSpPr/>
          <p:nvPr/>
        </p:nvSpPr>
        <p:spPr>
          <a:xfrm>
            <a:off x="12089361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8" name="Rectangle 2337"/>
          <p:cNvSpPr/>
          <p:nvPr/>
        </p:nvSpPr>
        <p:spPr>
          <a:xfrm>
            <a:off x="12228410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9" name="Rectangle 2338"/>
          <p:cNvSpPr/>
          <p:nvPr/>
        </p:nvSpPr>
        <p:spPr>
          <a:xfrm>
            <a:off x="12367458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0" name="Rectangle 2339"/>
          <p:cNvSpPr/>
          <p:nvPr/>
        </p:nvSpPr>
        <p:spPr>
          <a:xfrm>
            <a:off x="12506507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1" name="Rectangle 2340"/>
          <p:cNvSpPr/>
          <p:nvPr/>
        </p:nvSpPr>
        <p:spPr>
          <a:xfrm>
            <a:off x="12645555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2" name="Rectangle 2341"/>
          <p:cNvSpPr/>
          <p:nvPr/>
        </p:nvSpPr>
        <p:spPr>
          <a:xfrm>
            <a:off x="12784604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3" name="Rectangle 2342"/>
          <p:cNvSpPr/>
          <p:nvPr/>
        </p:nvSpPr>
        <p:spPr>
          <a:xfrm>
            <a:off x="12923652" y="5054803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4" name="Rectangle 2343"/>
          <p:cNvSpPr/>
          <p:nvPr/>
        </p:nvSpPr>
        <p:spPr>
          <a:xfrm>
            <a:off x="13062700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5" name="Rectangle 2344"/>
          <p:cNvSpPr/>
          <p:nvPr/>
        </p:nvSpPr>
        <p:spPr>
          <a:xfrm>
            <a:off x="13201749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6" name="Rectangle 2345"/>
          <p:cNvSpPr/>
          <p:nvPr/>
        </p:nvSpPr>
        <p:spPr>
          <a:xfrm>
            <a:off x="13340797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7" name="Rectangle 2346"/>
          <p:cNvSpPr/>
          <p:nvPr/>
        </p:nvSpPr>
        <p:spPr>
          <a:xfrm>
            <a:off x="13479846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8" name="Rectangle 2347"/>
          <p:cNvSpPr/>
          <p:nvPr/>
        </p:nvSpPr>
        <p:spPr>
          <a:xfrm>
            <a:off x="13618894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9" name="Rectangle 2348"/>
          <p:cNvSpPr/>
          <p:nvPr/>
        </p:nvSpPr>
        <p:spPr>
          <a:xfrm>
            <a:off x="13757943" y="5054803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0" name="Rectangle 2349"/>
          <p:cNvSpPr/>
          <p:nvPr/>
        </p:nvSpPr>
        <p:spPr>
          <a:xfrm>
            <a:off x="13896991" y="5054803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1" name="TextBox 2350"/>
          <p:cNvSpPr txBox="1"/>
          <p:nvPr/>
        </p:nvSpPr>
        <p:spPr>
          <a:xfrm>
            <a:off x="676656" y="5170931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25</a:t>
            </a:r>
          </a:p>
        </p:txBody>
      </p:sp>
      <p:sp>
        <p:nvSpPr>
          <p:cNvPr id="2352" name="Rectangle 2351"/>
          <p:cNvSpPr/>
          <p:nvPr/>
        </p:nvSpPr>
        <p:spPr>
          <a:xfrm>
            <a:off x="1243584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3" name="Rectangle 2352"/>
          <p:cNvSpPr/>
          <p:nvPr/>
        </p:nvSpPr>
        <p:spPr>
          <a:xfrm>
            <a:off x="1382632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4" name="Rectangle 2353"/>
          <p:cNvSpPr/>
          <p:nvPr/>
        </p:nvSpPr>
        <p:spPr>
          <a:xfrm>
            <a:off x="1521680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5" name="Rectangle 2354"/>
          <p:cNvSpPr/>
          <p:nvPr/>
        </p:nvSpPr>
        <p:spPr>
          <a:xfrm>
            <a:off x="1660729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6" name="Rectangle 2355"/>
          <p:cNvSpPr/>
          <p:nvPr/>
        </p:nvSpPr>
        <p:spPr>
          <a:xfrm>
            <a:off x="1799777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7" name="Rectangle 2356"/>
          <p:cNvSpPr/>
          <p:nvPr/>
        </p:nvSpPr>
        <p:spPr>
          <a:xfrm>
            <a:off x="1938826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8" name="Rectangle 2357"/>
          <p:cNvSpPr/>
          <p:nvPr/>
        </p:nvSpPr>
        <p:spPr>
          <a:xfrm>
            <a:off x="2077874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9" name="Rectangle 2358"/>
          <p:cNvSpPr/>
          <p:nvPr/>
        </p:nvSpPr>
        <p:spPr>
          <a:xfrm>
            <a:off x="2216923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0" name="Rectangle 2359"/>
          <p:cNvSpPr/>
          <p:nvPr/>
        </p:nvSpPr>
        <p:spPr>
          <a:xfrm>
            <a:off x="2355971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1" name="Rectangle 2360"/>
          <p:cNvSpPr/>
          <p:nvPr/>
        </p:nvSpPr>
        <p:spPr>
          <a:xfrm>
            <a:off x="2495019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2" name="Rectangle 2361"/>
          <p:cNvSpPr/>
          <p:nvPr/>
        </p:nvSpPr>
        <p:spPr>
          <a:xfrm>
            <a:off x="2634068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3" name="Rectangle 2362"/>
          <p:cNvSpPr/>
          <p:nvPr/>
        </p:nvSpPr>
        <p:spPr>
          <a:xfrm>
            <a:off x="2773116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4" name="Rectangle 2363"/>
          <p:cNvSpPr/>
          <p:nvPr/>
        </p:nvSpPr>
        <p:spPr>
          <a:xfrm>
            <a:off x="2912165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5" name="Rectangle 2364"/>
          <p:cNvSpPr/>
          <p:nvPr/>
        </p:nvSpPr>
        <p:spPr>
          <a:xfrm>
            <a:off x="3051213" y="517093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6" name="Rectangle 2365"/>
          <p:cNvSpPr/>
          <p:nvPr/>
        </p:nvSpPr>
        <p:spPr>
          <a:xfrm>
            <a:off x="3190262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7" name="Rectangle 2366"/>
          <p:cNvSpPr/>
          <p:nvPr/>
        </p:nvSpPr>
        <p:spPr>
          <a:xfrm>
            <a:off x="3329310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8" name="Rectangle 2367"/>
          <p:cNvSpPr/>
          <p:nvPr/>
        </p:nvSpPr>
        <p:spPr>
          <a:xfrm>
            <a:off x="3468358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9" name="Rectangle 2368"/>
          <p:cNvSpPr/>
          <p:nvPr/>
        </p:nvSpPr>
        <p:spPr>
          <a:xfrm>
            <a:off x="3607407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0" name="Rectangle 2369"/>
          <p:cNvSpPr/>
          <p:nvPr/>
        </p:nvSpPr>
        <p:spPr>
          <a:xfrm>
            <a:off x="3746455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1" name="Rectangle 2370"/>
          <p:cNvSpPr/>
          <p:nvPr/>
        </p:nvSpPr>
        <p:spPr>
          <a:xfrm>
            <a:off x="3885504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2" name="Rectangle 2371"/>
          <p:cNvSpPr/>
          <p:nvPr/>
        </p:nvSpPr>
        <p:spPr>
          <a:xfrm>
            <a:off x="4024552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3" name="Rectangle 2372"/>
          <p:cNvSpPr/>
          <p:nvPr/>
        </p:nvSpPr>
        <p:spPr>
          <a:xfrm>
            <a:off x="4163601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4" name="Rectangle 2373"/>
          <p:cNvSpPr/>
          <p:nvPr/>
        </p:nvSpPr>
        <p:spPr>
          <a:xfrm>
            <a:off x="4302649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5" name="Rectangle 2374"/>
          <p:cNvSpPr/>
          <p:nvPr/>
        </p:nvSpPr>
        <p:spPr>
          <a:xfrm>
            <a:off x="4441698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6" name="Rectangle 2375"/>
          <p:cNvSpPr/>
          <p:nvPr/>
        </p:nvSpPr>
        <p:spPr>
          <a:xfrm>
            <a:off x="4580746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7" name="Rectangle 2376"/>
          <p:cNvSpPr/>
          <p:nvPr/>
        </p:nvSpPr>
        <p:spPr>
          <a:xfrm>
            <a:off x="4719794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8" name="Rectangle 2377"/>
          <p:cNvSpPr/>
          <p:nvPr/>
        </p:nvSpPr>
        <p:spPr>
          <a:xfrm>
            <a:off x="4858843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9" name="Rectangle 2378"/>
          <p:cNvSpPr/>
          <p:nvPr/>
        </p:nvSpPr>
        <p:spPr>
          <a:xfrm>
            <a:off x="4997891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0" name="Rectangle 2379"/>
          <p:cNvSpPr/>
          <p:nvPr/>
        </p:nvSpPr>
        <p:spPr>
          <a:xfrm>
            <a:off x="5136940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1" name="Rectangle 2380"/>
          <p:cNvSpPr/>
          <p:nvPr/>
        </p:nvSpPr>
        <p:spPr>
          <a:xfrm>
            <a:off x="5275988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2" name="Rectangle 2381"/>
          <p:cNvSpPr/>
          <p:nvPr/>
        </p:nvSpPr>
        <p:spPr>
          <a:xfrm>
            <a:off x="5415037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3" name="Rectangle 2382"/>
          <p:cNvSpPr/>
          <p:nvPr/>
        </p:nvSpPr>
        <p:spPr>
          <a:xfrm>
            <a:off x="5554085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4" name="Rectangle 2383"/>
          <p:cNvSpPr/>
          <p:nvPr/>
        </p:nvSpPr>
        <p:spPr>
          <a:xfrm>
            <a:off x="5693133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5" name="Rectangle 2384"/>
          <p:cNvSpPr/>
          <p:nvPr/>
        </p:nvSpPr>
        <p:spPr>
          <a:xfrm>
            <a:off x="5832182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6" name="Rectangle 2385"/>
          <p:cNvSpPr/>
          <p:nvPr/>
        </p:nvSpPr>
        <p:spPr>
          <a:xfrm>
            <a:off x="5971230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7" name="Rectangle 2386"/>
          <p:cNvSpPr/>
          <p:nvPr/>
        </p:nvSpPr>
        <p:spPr>
          <a:xfrm>
            <a:off x="6110279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8" name="Rectangle 2387"/>
          <p:cNvSpPr/>
          <p:nvPr/>
        </p:nvSpPr>
        <p:spPr>
          <a:xfrm>
            <a:off x="6249327" y="517093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9" name="Rectangle 2388"/>
          <p:cNvSpPr/>
          <p:nvPr/>
        </p:nvSpPr>
        <p:spPr>
          <a:xfrm>
            <a:off x="6388376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0" name="Rectangle 2389"/>
          <p:cNvSpPr/>
          <p:nvPr/>
        </p:nvSpPr>
        <p:spPr>
          <a:xfrm>
            <a:off x="6527424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1" name="Rectangle 2390"/>
          <p:cNvSpPr/>
          <p:nvPr/>
        </p:nvSpPr>
        <p:spPr>
          <a:xfrm>
            <a:off x="6666472" y="517093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2" name="Rectangle 2391"/>
          <p:cNvSpPr/>
          <p:nvPr/>
        </p:nvSpPr>
        <p:spPr>
          <a:xfrm>
            <a:off x="6805521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3" name="Rectangle 2392"/>
          <p:cNvSpPr/>
          <p:nvPr/>
        </p:nvSpPr>
        <p:spPr>
          <a:xfrm>
            <a:off x="6944569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4" name="Rectangle 2393"/>
          <p:cNvSpPr/>
          <p:nvPr/>
        </p:nvSpPr>
        <p:spPr>
          <a:xfrm>
            <a:off x="7083618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5" name="Rectangle 2394"/>
          <p:cNvSpPr/>
          <p:nvPr/>
        </p:nvSpPr>
        <p:spPr>
          <a:xfrm>
            <a:off x="7222666" y="517093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6" name="Rectangle 2395"/>
          <p:cNvSpPr/>
          <p:nvPr/>
        </p:nvSpPr>
        <p:spPr>
          <a:xfrm>
            <a:off x="7361715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7" name="Rectangle 2396"/>
          <p:cNvSpPr/>
          <p:nvPr/>
        </p:nvSpPr>
        <p:spPr>
          <a:xfrm>
            <a:off x="7500763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8" name="Rectangle 2397"/>
          <p:cNvSpPr/>
          <p:nvPr/>
        </p:nvSpPr>
        <p:spPr>
          <a:xfrm>
            <a:off x="7639812" y="5170931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9" name="Rectangle 2398"/>
          <p:cNvSpPr/>
          <p:nvPr/>
        </p:nvSpPr>
        <p:spPr>
          <a:xfrm>
            <a:off x="7778860" y="5170931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0" name="Rectangle 2399"/>
          <p:cNvSpPr/>
          <p:nvPr/>
        </p:nvSpPr>
        <p:spPr>
          <a:xfrm>
            <a:off x="7917908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1" name="Rectangle 2400"/>
          <p:cNvSpPr/>
          <p:nvPr/>
        </p:nvSpPr>
        <p:spPr>
          <a:xfrm>
            <a:off x="8056957" y="517093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2" name="Rectangle 2401"/>
          <p:cNvSpPr/>
          <p:nvPr/>
        </p:nvSpPr>
        <p:spPr>
          <a:xfrm>
            <a:off x="8196005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3" name="Rectangle 2402"/>
          <p:cNvSpPr/>
          <p:nvPr/>
        </p:nvSpPr>
        <p:spPr>
          <a:xfrm>
            <a:off x="8335054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4" name="Rectangle 2403"/>
          <p:cNvSpPr/>
          <p:nvPr/>
        </p:nvSpPr>
        <p:spPr>
          <a:xfrm>
            <a:off x="8474102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5" name="Rectangle 2404"/>
          <p:cNvSpPr/>
          <p:nvPr/>
        </p:nvSpPr>
        <p:spPr>
          <a:xfrm>
            <a:off x="8613151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6" name="Rectangle 2405"/>
          <p:cNvSpPr/>
          <p:nvPr/>
        </p:nvSpPr>
        <p:spPr>
          <a:xfrm>
            <a:off x="8752199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7" name="Rectangle 2406"/>
          <p:cNvSpPr/>
          <p:nvPr/>
        </p:nvSpPr>
        <p:spPr>
          <a:xfrm>
            <a:off x="8891247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8" name="Rectangle 2407"/>
          <p:cNvSpPr/>
          <p:nvPr/>
        </p:nvSpPr>
        <p:spPr>
          <a:xfrm>
            <a:off x="9030296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9" name="Rectangle 2408"/>
          <p:cNvSpPr/>
          <p:nvPr/>
        </p:nvSpPr>
        <p:spPr>
          <a:xfrm>
            <a:off x="9169344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0" name="Rectangle 2409"/>
          <p:cNvSpPr/>
          <p:nvPr/>
        </p:nvSpPr>
        <p:spPr>
          <a:xfrm>
            <a:off x="9308393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1" name="Rectangle 2410"/>
          <p:cNvSpPr/>
          <p:nvPr/>
        </p:nvSpPr>
        <p:spPr>
          <a:xfrm>
            <a:off x="9447441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2" name="Rectangle 2411"/>
          <p:cNvSpPr/>
          <p:nvPr/>
        </p:nvSpPr>
        <p:spPr>
          <a:xfrm>
            <a:off x="9586490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3" name="Rectangle 2412"/>
          <p:cNvSpPr/>
          <p:nvPr/>
        </p:nvSpPr>
        <p:spPr>
          <a:xfrm>
            <a:off x="9725538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4" name="Rectangle 2413"/>
          <p:cNvSpPr/>
          <p:nvPr/>
        </p:nvSpPr>
        <p:spPr>
          <a:xfrm>
            <a:off x="9864586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5" name="Rectangle 2414"/>
          <p:cNvSpPr/>
          <p:nvPr/>
        </p:nvSpPr>
        <p:spPr>
          <a:xfrm>
            <a:off x="10003635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6" name="Rectangle 2415"/>
          <p:cNvSpPr/>
          <p:nvPr/>
        </p:nvSpPr>
        <p:spPr>
          <a:xfrm>
            <a:off x="10142683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7" name="Rectangle 2416"/>
          <p:cNvSpPr/>
          <p:nvPr/>
        </p:nvSpPr>
        <p:spPr>
          <a:xfrm>
            <a:off x="10281732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8" name="Rectangle 2417"/>
          <p:cNvSpPr/>
          <p:nvPr/>
        </p:nvSpPr>
        <p:spPr>
          <a:xfrm>
            <a:off x="10420780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9" name="Rectangle 2418"/>
          <p:cNvSpPr/>
          <p:nvPr/>
        </p:nvSpPr>
        <p:spPr>
          <a:xfrm>
            <a:off x="10559829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0" name="Rectangle 2419"/>
          <p:cNvSpPr/>
          <p:nvPr/>
        </p:nvSpPr>
        <p:spPr>
          <a:xfrm>
            <a:off x="10698877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1" name="Rectangle 2420"/>
          <p:cNvSpPr/>
          <p:nvPr/>
        </p:nvSpPr>
        <p:spPr>
          <a:xfrm>
            <a:off x="10837926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2" name="Rectangle 2421"/>
          <p:cNvSpPr/>
          <p:nvPr/>
        </p:nvSpPr>
        <p:spPr>
          <a:xfrm>
            <a:off x="10976974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3" name="Rectangle 2422"/>
          <p:cNvSpPr/>
          <p:nvPr/>
        </p:nvSpPr>
        <p:spPr>
          <a:xfrm>
            <a:off x="11116022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4" name="Rectangle 2423"/>
          <p:cNvSpPr/>
          <p:nvPr/>
        </p:nvSpPr>
        <p:spPr>
          <a:xfrm>
            <a:off x="11255071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5" name="Rectangle 2424"/>
          <p:cNvSpPr/>
          <p:nvPr/>
        </p:nvSpPr>
        <p:spPr>
          <a:xfrm>
            <a:off x="11394119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6" name="Rectangle 2425"/>
          <p:cNvSpPr/>
          <p:nvPr/>
        </p:nvSpPr>
        <p:spPr>
          <a:xfrm>
            <a:off x="11533168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7" name="Rectangle 2426"/>
          <p:cNvSpPr/>
          <p:nvPr/>
        </p:nvSpPr>
        <p:spPr>
          <a:xfrm>
            <a:off x="11672216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8" name="Rectangle 2427"/>
          <p:cNvSpPr/>
          <p:nvPr/>
        </p:nvSpPr>
        <p:spPr>
          <a:xfrm>
            <a:off x="11811265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9" name="Rectangle 2428"/>
          <p:cNvSpPr/>
          <p:nvPr/>
        </p:nvSpPr>
        <p:spPr>
          <a:xfrm>
            <a:off x="11950313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0" name="Rectangle 2429"/>
          <p:cNvSpPr/>
          <p:nvPr/>
        </p:nvSpPr>
        <p:spPr>
          <a:xfrm>
            <a:off x="12089361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1" name="Rectangle 2430"/>
          <p:cNvSpPr/>
          <p:nvPr/>
        </p:nvSpPr>
        <p:spPr>
          <a:xfrm>
            <a:off x="12228410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2" name="Rectangle 2431"/>
          <p:cNvSpPr/>
          <p:nvPr/>
        </p:nvSpPr>
        <p:spPr>
          <a:xfrm>
            <a:off x="12367458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3" name="Rectangle 2432"/>
          <p:cNvSpPr/>
          <p:nvPr/>
        </p:nvSpPr>
        <p:spPr>
          <a:xfrm>
            <a:off x="12506507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4" name="Rectangle 2433"/>
          <p:cNvSpPr/>
          <p:nvPr/>
        </p:nvSpPr>
        <p:spPr>
          <a:xfrm>
            <a:off x="12645555" y="5170931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5" name="Rectangle 2434"/>
          <p:cNvSpPr/>
          <p:nvPr/>
        </p:nvSpPr>
        <p:spPr>
          <a:xfrm>
            <a:off x="12784604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6" name="Rectangle 2435"/>
          <p:cNvSpPr/>
          <p:nvPr/>
        </p:nvSpPr>
        <p:spPr>
          <a:xfrm>
            <a:off x="12923652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7" name="Rectangle 2436"/>
          <p:cNvSpPr/>
          <p:nvPr/>
        </p:nvSpPr>
        <p:spPr>
          <a:xfrm>
            <a:off x="13062700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8" name="Rectangle 2437"/>
          <p:cNvSpPr/>
          <p:nvPr/>
        </p:nvSpPr>
        <p:spPr>
          <a:xfrm>
            <a:off x="13201749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9" name="Rectangle 2438"/>
          <p:cNvSpPr/>
          <p:nvPr/>
        </p:nvSpPr>
        <p:spPr>
          <a:xfrm>
            <a:off x="13340797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0" name="Rectangle 2439"/>
          <p:cNvSpPr/>
          <p:nvPr/>
        </p:nvSpPr>
        <p:spPr>
          <a:xfrm>
            <a:off x="13479846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1" name="Rectangle 2440"/>
          <p:cNvSpPr/>
          <p:nvPr/>
        </p:nvSpPr>
        <p:spPr>
          <a:xfrm>
            <a:off x="13618894" y="5170931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2" name="Rectangle 2441"/>
          <p:cNvSpPr/>
          <p:nvPr/>
        </p:nvSpPr>
        <p:spPr>
          <a:xfrm>
            <a:off x="13757943" y="5170931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3" name="Rectangle 2442"/>
          <p:cNvSpPr/>
          <p:nvPr/>
        </p:nvSpPr>
        <p:spPr>
          <a:xfrm>
            <a:off x="13896991" y="5170931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4" name="TextBox 2443"/>
          <p:cNvSpPr txBox="1"/>
          <p:nvPr/>
        </p:nvSpPr>
        <p:spPr>
          <a:xfrm>
            <a:off x="676656" y="5287060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26</a:t>
            </a:r>
          </a:p>
        </p:txBody>
      </p:sp>
      <p:sp>
        <p:nvSpPr>
          <p:cNvPr id="2445" name="Rectangle 2444"/>
          <p:cNvSpPr/>
          <p:nvPr/>
        </p:nvSpPr>
        <p:spPr>
          <a:xfrm>
            <a:off x="1243584" y="528706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6" name="Rectangle 2445"/>
          <p:cNvSpPr/>
          <p:nvPr/>
        </p:nvSpPr>
        <p:spPr>
          <a:xfrm>
            <a:off x="1382632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7" name="Rectangle 2446"/>
          <p:cNvSpPr/>
          <p:nvPr/>
        </p:nvSpPr>
        <p:spPr>
          <a:xfrm>
            <a:off x="1521680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8" name="Rectangle 2447"/>
          <p:cNvSpPr/>
          <p:nvPr/>
        </p:nvSpPr>
        <p:spPr>
          <a:xfrm>
            <a:off x="1660729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9" name="Rectangle 2448"/>
          <p:cNvSpPr/>
          <p:nvPr/>
        </p:nvSpPr>
        <p:spPr>
          <a:xfrm>
            <a:off x="1799777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0" name="Rectangle 2449"/>
          <p:cNvSpPr/>
          <p:nvPr/>
        </p:nvSpPr>
        <p:spPr>
          <a:xfrm>
            <a:off x="1938826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1" name="Rectangle 2450"/>
          <p:cNvSpPr/>
          <p:nvPr/>
        </p:nvSpPr>
        <p:spPr>
          <a:xfrm>
            <a:off x="2077874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2" name="Rectangle 2451"/>
          <p:cNvSpPr/>
          <p:nvPr/>
        </p:nvSpPr>
        <p:spPr>
          <a:xfrm>
            <a:off x="2216923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3" name="Rectangle 2452"/>
          <p:cNvSpPr/>
          <p:nvPr/>
        </p:nvSpPr>
        <p:spPr>
          <a:xfrm>
            <a:off x="2355971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4" name="Rectangle 2453"/>
          <p:cNvSpPr/>
          <p:nvPr/>
        </p:nvSpPr>
        <p:spPr>
          <a:xfrm>
            <a:off x="2495019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5" name="Rectangle 2454"/>
          <p:cNvSpPr/>
          <p:nvPr/>
        </p:nvSpPr>
        <p:spPr>
          <a:xfrm>
            <a:off x="2634068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6" name="Rectangle 2455"/>
          <p:cNvSpPr/>
          <p:nvPr/>
        </p:nvSpPr>
        <p:spPr>
          <a:xfrm>
            <a:off x="2773116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7" name="Rectangle 2456"/>
          <p:cNvSpPr/>
          <p:nvPr/>
        </p:nvSpPr>
        <p:spPr>
          <a:xfrm>
            <a:off x="2912165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8" name="Rectangle 2457"/>
          <p:cNvSpPr/>
          <p:nvPr/>
        </p:nvSpPr>
        <p:spPr>
          <a:xfrm>
            <a:off x="3051213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9" name="Rectangle 2458"/>
          <p:cNvSpPr/>
          <p:nvPr/>
        </p:nvSpPr>
        <p:spPr>
          <a:xfrm>
            <a:off x="3190262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0" name="Rectangle 2459"/>
          <p:cNvSpPr/>
          <p:nvPr/>
        </p:nvSpPr>
        <p:spPr>
          <a:xfrm>
            <a:off x="3329310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1" name="Rectangle 2460"/>
          <p:cNvSpPr/>
          <p:nvPr/>
        </p:nvSpPr>
        <p:spPr>
          <a:xfrm>
            <a:off x="3468358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2" name="Rectangle 2461"/>
          <p:cNvSpPr/>
          <p:nvPr/>
        </p:nvSpPr>
        <p:spPr>
          <a:xfrm>
            <a:off x="3607407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3" name="Rectangle 2462"/>
          <p:cNvSpPr/>
          <p:nvPr/>
        </p:nvSpPr>
        <p:spPr>
          <a:xfrm>
            <a:off x="3746455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4" name="Rectangle 2463"/>
          <p:cNvSpPr/>
          <p:nvPr/>
        </p:nvSpPr>
        <p:spPr>
          <a:xfrm>
            <a:off x="3885504" y="528706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5" name="Rectangle 2464"/>
          <p:cNvSpPr/>
          <p:nvPr/>
        </p:nvSpPr>
        <p:spPr>
          <a:xfrm>
            <a:off x="4024552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6" name="Rectangle 2465"/>
          <p:cNvSpPr/>
          <p:nvPr/>
        </p:nvSpPr>
        <p:spPr>
          <a:xfrm>
            <a:off x="4163601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7" name="Rectangle 2466"/>
          <p:cNvSpPr/>
          <p:nvPr/>
        </p:nvSpPr>
        <p:spPr>
          <a:xfrm>
            <a:off x="4302649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8" name="Rectangle 2467"/>
          <p:cNvSpPr/>
          <p:nvPr/>
        </p:nvSpPr>
        <p:spPr>
          <a:xfrm>
            <a:off x="4441698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9" name="Rectangle 2468"/>
          <p:cNvSpPr/>
          <p:nvPr/>
        </p:nvSpPr>
        <p:spPr>
          <a:xfrm>
            <a:off x="4580746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0" name="Rectangle 2469"/>
          <p:cNvSpPr/>
          <p:nvPr/>
        </p:nvSpPr>
        <p:spPr>
          <a:xfrm>
            <a:off x="4719794" y="528706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1" name="Rectangle 2470"/>
          <p:cNvSpPr/>
          <p:nvPr/>
        </p:nvSpPr>
        <p:spPr>
          <a:xfrm>
            <a:off x="4858843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2" name="Rectangle 2471"/>
          <p:cNvSpPr/>
          <p:nvPr/>
        </p:nvSpPr>
        <p:spPr>
          <a:xfrm>
            <a:off x="4997891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3" name="Rectangle 2472"/>
          <p:cNvSpPr/>
          <p:nvPr/>
        </p:nvSpPr>
        <p:spPr>
          <a:xfrm>
            <a:off x="5136940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4" name="Rectangle 2473"/>
          <p:cNvSpPr/>
          <p:nvPr/>
        </p:nvSpPr>
        <p:spPr>
          <a:xfrm>
            <a:off x="5275988" y="528706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5" name="Rectangle 2474"/>
          <p:cNvSpPr/>
          <p:nvPr/>
        </p:nvSpPr>
        <p:spPr>
          <a:xfrm>
            <a:off x="5415037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6" name="Rectangle 2475"/>
          <p:cNvSpPr/>
          <p:nvPr/>
        </p:nvSpPr>
        <p:spPr>
          <a:xfrm>
            <a:off x="5554085" y="5287060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7" name="Rectangle 2476"/>
          <p:cNvSpPr/>
          <p:nvPr/>
        </p:nvSpPr>
        <p:spPr>
          <a:xfrm>
            <a:off x="5693133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8" name="Rectangle 2477"/>
          <p:cNvSpPr/>
          <p:nvPr/>
        </p:nvSpPr>
        <p:spPr>
          <a:xfrm>
            <a:off x="5832182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9" name="Rectangle 2478"/>
          <p:cNvSpPr/>
          <p:nvPr/>
        </p:nvSpPr>
        <p:spPr>
          <a:xfrm>
            <a:off x="5971230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0" name="Rectangle 2479"/>
          <p:cNvSpPr/>
          <p:nvPr/>
        </p:nvSpPr>
        <p:spPr>
          <a:xfrm>
            <a:off x="6110279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1" name="Rectangle 2480"/>
          <p:cNvSpPr/>
          <p:nvPr/>
        </p:nvSpPr>
        <p:spPr>
          <a:xfrm>
            <a:off x="6249327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2" name="Rectangle 2481"/>
          <p:cNvSpPr/>
          <p:nvPr/>
        </p:nvSpPr>
        <p:spPr>
          <a:xfrm>
            <a:off x="6388376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3" name="Rectangle 2482"/>
          <p:cNvSpPr/>
          <p:nvPr/>
        </p:nvSpPr>
        <p:spPr>
          <a:xfrm>
            <a:off x="6527424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4" name="Rectangle 2483"/>
          <p:cNvSpPr/>
          <p:nvPr/>
        </p:nvSpPr>
        <p:spPr>
          <a:xfrm>
            <a:off x="6666472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5" name="Rectangle 2484"/>
          <p:cNvSpPr/>
          <p:nvPr/>
        </p:nvSpPr>
        <p:spPr>
          <a:xfrm>
            <a:off x="6805521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6" name="Rectangle 2485"/>
          <p:cNvSpPr/>
          <p:nvPr/>
        </p:nvSpPr>
        <p:spPr>
          <a:xfrm>
            <a:off x="6944569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7" name="Rectangle 2486"/>
          <p:cNvSpPr/>
          <p:nvPr/>
        </p:nvSpPr>
        <p:spPr>
          <a:xfrm>
            <a:off x="7083618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8" name="Rectangle 2487"/>
          <p:cNvSpPr/>
          <p:nvPr/>
        </p:nvSpPr>
        <p:spPr>
          <a:xfrm>
            <a:off x="7222666" y="528706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9" name="Rectangle 2488"/>
          <p:cNvSpPr/>
          <p:nvPr/>
        </p:nvSpPr>
        <p:spPr>
          <a:xfrm>
            <a:off x="7361715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0" name="Rectangle 2489"/>
          <p:cNvSpPr/>
          <p:nvPr/>
        </p:nvSpPr>
        <p:spPr>
          <a:xfrm>
            <a:off x="7500763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1" name="Rectangle 2490"/>
          <p:cNvSpPr/>
          <p:nvPr/>
        </p:nvSpPr>
        <p:spPr>
          <a:xfrm>
            <a:off x="7639812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2" name="Rectangle 2491"/>
          <p:cNvSpPr/>
          <p:nvPr/>
        </p:nvSpPr>
        <p:spPr>
          <a:xfrm>
            <a:off x="7778860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3" name="Rectangle 2492"/>
          <p:cNvSpPr/>
          <p:nvPr/>
        </p:nvSpPr>
        <p:spPr>
          <a:xfrm>
            <a:off x="7917908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4" name="Rectangle 2493"/>
          <p:cNvSpPr/>
          <p:nvPr/>
        </p:nvSpPr>
        <p:spPr>
          <a:xfrm>
            <a:off x="8056957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5" name="Rectangle 2494"/>
          <p:cNvSpPr/>
          <p:nvPr/>
        </p:nvSpPr>
        <p:spPr>
          <a:xfrm>
            <a:off x="8196005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6" name="Rectangle 2495"/>
          <p:cNvSpPr/>
          <p:nvPr/>
        </p:nvSpPr>
        <p:spPr>
          <a:xfrm>
            <a:off x="8335054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7" name="Rectangle 2496"/>
          <p:cNvSpPr/>
          <p:nvPr/>
        </p:nvSpPr>
        <p:spPr>
          <a:xfrm>
            <a:off x="8474102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8" name="Rectangle 2497"/>
          <p:cNvSpPr/>
          <p:nvPr/>
        </p:nvSpPr>
        <p:spPr>
          <a:xfrm>
            <a:off x="8613151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9" name="Rectangle 2498"/>
          <p:cNvSpPr/>
          <p:nvPr/>
        </p:nvSpPr>
        <p:spPr>
          <a:xfrm>
            <a:off x="8752199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0" name="Rectangle 2499"/>
          <p:cNvSpPr/>
          <p:nvPr/>
        </p:nvSpPr>
        <p:spPr>
          <a:xfrm>
            <a:off x="8891247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1" name="Rectangle 2500"/>
          <p:cNvSpPr/>
          <p:nvPr/>
        </p:nvSpPr>
        <p:spPr>
          <a:xfrm>
            <a:off x="9030296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2" name="Rectangle 2501"/>
          <p:cNvSpPr/>
          <p:nvPr/>
        </p:nvSpPr>
        <p:spPr>
          <a:xfrm>
            <a:off x="9169344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3" name="Rectangle 2502"/>
          <p:cNvSpPr/>
          <p:nvPr/>
        </p:nvSpPr>
        <p:spPr>
          <a:xfrm>
            <a:off x="9308393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4" name="Rectangle 2503"/>
          <p:cNvSpPr/>
          <p:nvPr/>
        </p:nvSpPr>
        <p:spPr>
          <a:xfrm>
            <a:off x="9447441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5" name="Rectangle 2504"/>
          <p:cNvSpPr/>
          <p:nvPr/>
        </p:nvSpPr>
        <p:spPr>
          <a:xfrm>
            <a:off x="9586490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6" name="Rectangle 2505"/>
          <p:cNvSpPr/>
          <p:nvPr/>
        </p:nvSpPr>
        <p:spPr>
          <a:xfrm>
            <a:off x="9725538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7" name="Rectangle 2506"/>
          <p:cNvSpPr/>
          <p:nvPr/>
        </p:nvSpPr>
        <p:spPr>
          <a:xfrm>
            <a:off x="9864586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8" name="Rectangle 2507"/>
          <p:cNvSpPr/>
          <p:nvPr/>
        </p:nvSpPr>
        <p:spPr>
          <a:xfrm>
            <a:off x="10003635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9" name="Rectangle 2508"/>
          <p:cNvSpPr/>
          <p:nvPr/>
        </p:nvSpPr>
        <p:spPr>
          <a:xfrm>
            <a:off x="10142683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0" name="Rectangle 2509"/>
          <p:cNvSpPr/>
          <p:nvPr/>
        </p:nvSpPr>
        <p:spPr>
          <a:xfrm>
            <a:off x="10281732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1" name="Rectangle 2510"/>
          <p:cNvSpPr/>
          <p:nvPr/>
        </p:nvSpPr>
        <p:spPr>
          <a:xfrm>
            <a:off x="10420780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2" name="Rectangle 2511"/>
          <p:cNvSpPr/>
          <p:nvPr/>
        </p:nvSpPr>
        <p:spPr>
          <a:xfrm>
            <a:off x="10559829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3" name="Rectangle 2512"/>
          <p:cNvSpPr/>
          <p:nvPr/>
        </p:nvSpPr>
        <p:spPr>
          <a:xfrm>
            <a:off x="10698877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4" name="Rectangle 2513"/>
          <p:cNvSpPr/>
          <p:nvPr/>
        </p:nvSpPr>
        <p:spPr>
          <a:xfrm>
            <a:off x="10837926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5" name="Rectangle 2514"/>
          <p:cNvSpPr/>
          <p:nvPr/>
        </p:nvSpPr>
        <p:spPr>
          <a:xfrm>
            <a:off x="10976974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6" name="Rectangle 2515"/>
          <p:cNvSpPr/>
          <p:nvPr/>
        </p:nvSpPr>
        <p:spPr>
          <a:xfrm>
            <a:off x="11116022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7" name="Rectangle 2516"/>
          <p:cNvSpPr/>
          <p:nvPr/>
        </p:nvSpPr>
        <p:spPr>
          <a:xfrm>
            <a:off x="11255071" y="528706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8" name="Rectangle 2517"/>
          <p:cNvSpPr/>
          <p:nvPr/>
        </p:nvSpPr>
        <p:spPr>
          <a:xfrm>
            <a:off x="11394119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9" name="Rectangle 2518"/>
          <p:cNvSpPr/>
          <p:nvPr/>
        </p:nvSpPr>
        <p:spPr>
          <a:xfrm>
            <a:off x="11533168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0" name="Rectangle 2519"/>
          <p:cNvSpPr/>
          <p:nvPr/>
        </p:nvSpPr>
        <p:spPr>
          <a:xfrm>
            <a:off x="11672216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1" name="Rectangle 2520"/>
          <p:cNvSpPr/>
          <p:nvPr/>
        </p:nvSpPr>
        <p:spPr>
          <a:xfrm>
            <a:off x="11811265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2" name="Rectangle 2521"/>
          <p:cNvSpPr/>
          <p:nvPr/>
        </p:nvSpPr>
        <p:spPr>
          <a:xfrm>
            <a:off x="11950313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3" name="Rectangle 2522"/>
          <p:cNvSpPr/>
          <p:nvPr/>
        </p:nvSpPr>
        <p:spPr>
          <a:xfrm>
            <a:off x="12089361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4" name="Rectangle 2523"/>
          <p:cNvSpPr/>
          <p:nvPr/>
        </p:nvSpPr>
        <p:spPr>
          <a:xfrm>
            <a:off x="12228410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5" name="Rectangle 2524"/>
          <p:cNvSpPr/>
          <p:nvPr/>
        </p:nvSpPr>
        <p:spPr>
          <a:xfrm>
            <a:off x="12367458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6" name="Rectangle 2525"/>
          <p:cNvSpPr/>
          <p:nvPr/>
        </p:nvSpPr>
        <p:spPr>
          <a:xfrm>
            <a:off x="12506507" y="5287060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7" name="Rectangle 2526"/>
          <p:cNvSpPr/>
          <p:nvPr/>
        </p:nvSpPr>
        <p:spPr>
          <a:xfrm>
            <a:off x="12645555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8" name="Rectangle 2527"/>
          <p:cNvSpPr/>
          <p:nvPr/>
        </p:nvSpPr>
        <p:spPr>
          <a:xfrm>
            <a:off x="12784604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9" name="Rectangle 2528"/>
          <p:cNvSpPr/>
          <p:nvPr/>
        </p:nvSpPr>
        <p:spPr>
          <a:xfrm>
            <a:off x="12923652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0" name="Rectangle 2529"/>
          <p:cNvSpPr/>
          <p:nvPr/>
        </p:nvSpPr>
        <p:spPr>
          <a:xfrm>
            <a:off x="13062700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1" name="Rectangle 2530"/>
          <p:cNvSpPr/>
          <p:nvPr/>
        </p:nvSpPr>
        <p:spPr>
          <a:xfrm>
            <a:off x="13201749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2" name="Rectangle 2531"/>
          <p:cNvSpPr/>
          <p:nvPr/>
        </p:nvSpPr>
        <p:spPr>
          <a:xfrm>
            <a:off x="13340797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3" name="Rectangle 2532"/>
          <p:cNvSpPr/>
          <p:nvPr/>
        </p:nvSpPr>
        <p:spPr>
          <a:xfrm>
            <a:off x="13479846" y="5287060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4" name="Rectangle 2533"/>
          <p:cNvSpPr/>
          <p:nvPr/>
        </p:nvSpPr>
        <p:spPr>
          <a:xfrm>
            <a:off x="13618894" y="5287060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5" name="Rectangle 2534"/>
          <p:cNvSpPr/>
          <p:nvPr/>
        </p:nvSpPr>
        <p:spPr>
          <a:xfrm>
            <a:off x="13757943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6" name="Rectangle 2535"/>
          <p:cNvSpPr/>
          <p:nvPr/>
        </p:nvSpPr>
        <p:spPr>
          <a:xfrm>
            <a:off x="13896991" y="5287060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7" name="TextBox 2536"/>
          <p:cNvSpPr txBox="1"/>
          <p:nvPr/>
        </p:nvSpPr>
        <p:spPr>
          <a:xfrm>
            <a:off x="676656" y="5403189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27</a:t>
            </a:r>
          </a:p>
        </p:txBody>
      </p:sp>
      <p:sp>
        <p:nvSpPr>
          <p:cNvPr id="2538" name="Rectangle 2537"/>
          <p:cNvSpPr/>
          <p:nvPr/>
        </p:nvSpPr>
        <p:spPr>
          <a:xfrm>
            <a:off x="1243584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9" name="Rectangle 2538"/>
          <p:cNvSpPr/>
          <p:nvPr/>
        </p:nvSpPr>
        <p:spPr>
          <a:xfrm>
            <a:off x="1382632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0" name="Rectangle 2539"/>
          <p:cNvSpPr/>
          <p:nvPr/>
        </p:nvSpPr>
        <p:spPr>
          <a:xfrm>
            <a:off x="1521680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1" name="Rectangle 2540"/>
          <p:cNvSpPr/>
          <p:nvPr/>
        </p:nvSpPr>
        <p:spPr>
          <a:xfrm>
            <a:off x="1660729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2" name="Rectangle 2541"/>
          <p:cNvSpPr/>
          <p:nvPr/>
        </p:nvSpPr>
        <p:spPr>
          <a:xfrm>
            <a:off x="1799777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3" name="Rectangle 2542"/>
          <p:cNvSpPr/>
          <p:nvPr/>
        </p:nvSpPr>
        <p:spPr>
          <a:xfrm>
            <a:off x="1938826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4" name="Rectangle 2543"/>
          <p:cNvSpPr/>
          <p:nvPr/>
        </p:nvSpPr>
        <p:spPr>
          <a:xfrm>
            <a:off x="2077874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5" name="Rectangle 2544"/>
          <p:cNvSpPr/>
          <p:nvPr/>
        </p:nvSpPr>
        <p:spPr>
          <a:xfrm>
            <a:off x="2216923" y="540318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6" name="Rectangle 2545"/>
          <p:cNvSpPr/>
          <p:nvPr/>
        </p:nvSpPr>
        <p:spPr>
          <a:xfrm>
            <a:off x="2355971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7" name="Rectangle 2546"/>
          <p:cNvSpPr/>
          <p:nvPr/>
        </p:nvSpPr>
        <p:spPr>
          <a:xfrm>
            <a:off x="2495019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8" name="Rectangle 2547"/>
          <p:cNvSpPr/>
          <p:nvPr/>
        </p:nvSpPr>
        <p:spPr>
          <a:xfrm>
            <a:off x="2634068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9" name="Rectangle 2548"/>
          <p:cNvSpPr/>
          <p:nvPr/>
        </p:nvSpPr>
        <p:spPr>
          <a:xfrm>
            <a:off x="2773116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0" name="Rectangle 2549"/>
          <p:cNvSpPr/>
          <p:nvPr/>
        </p:nvSpPr>
        <p:spPr>
          <a:xfrm>
            <a:off x="2912165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1" name="Rectangle 2550"/>
          <p:cNvSpPr/>
          <p:nvPr/>
        </p:nvSpPr>
        <p:spPr>
          <a:xfrm>
            <a:off x="3051213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2" name="Rectangle 2551"/>
          <p:cNvSpPr/>
          <p:nvPr/>
        </p:nvSpPr>
        <p:spPr>
          <a:xfrm>
            <a:off x="3190262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3" name="Rectangle 2552"/>
          <p:cNvSpPr/>
          <p:nvPr/>
        </p:nvSpPr>
        <p:spPr>
          <a:xfrm>
            <a:off x="3329310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4" name="Rectangle 2553"/>
          <p:cNvSpPr/>
          <p:nvPr/>
        </p:nvSpPr>
        <p:spPr>
          <a:xfrm>
            <a:off x="3468358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5" name="Rectangle 2554"/>
          <p:cNvSpPr/>
          <p:nvPr/>
        </p:nvSpPr>
        <p:spPr>
          <a:xfrm>
            <a:off x="3607407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6" name="Rectangle 2555"/>
          <p:cNvSpPr/>
          <p:nvPr/>
        </p:nvSpPr>
        <p:spPr>
          <a:xfrm>
            <a:off x="3746455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7" name="Rectangle 2556"/>
          <p:cNvSpPr/>
          <p:nvPr/>
        </p:nvSpPr>
        <p:spPr>
          <a:xfrm>
            <a:off x="3885504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8" name="Rectangle 2557"/>
          <p:cNvSpPr/>
          <p:nvPr/>
        </p:nvSpPr>
        <p:spPr>
          <a:xfrm>
            <a:off x="4024552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9" name="Rectangle 2558"/>
          <p:cNvSpPr/>
          <p:nvPr/>
        </p:nvSpPr>
        <p:spPr>
          <a:xfrm>
            <a:off x="4163601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0" name="Rectangle 2559"/>
          <p:cNvSpPr/>
          <p:nvPr/>
        </p:nvSpPr>
        <p:spPr>
          <a:xfrm>
            <a:off x="4302649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1" name="Rectangle 2560"/>
          <p:cNvSpPr/>
          <p:nvPr/>
        </p:nvSpPr>
        <p:spPr>
          <a:xfrm>
            <a:off x="4441698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2" name="Rectangle 2561"/>
          <p:cNvSpPr/>
          <p:nvPr/>
        </p:nvSpPr>
        <p:spPr>
          <a:xfrm>
            <a:off x="4580746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3" name="Rectangle 2562"/>
          <p:cNvSpPr/>
          <p:nvPr/>
        </p:nvSpPr>
        <p:spPr>
          <a:xfrm>
            <a:off x="4719794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4" name="Rectangle 2563"/>
          <p:cNvSpPr/>
          <p:nvPr/>
        </p:nvSpPr>
        <p:spPr>
          <a:xfrm>
            <a:off x="4858843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5" name="Rectangle 2564"/>
          <p:cNvSpPr/>
          <p:nvPr/>
        </p:nvSpPr>
        <p:spPr>
          <a:xfrm>
            <a:off x="4997891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6" name="Rectangle 2565"/>
          <p:cNvSpPr/>
          <p:nvPr/>
        </p:nvSpPr>
        <p:spPr>
          <a:xfrm>
            <a:off x="5136940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7" name="Rectangle 2566"/>
          <p:cNvSpPr/>
          <p:nvPr/>
        </p:nvSpPr>
        <p:spPr>
          <a:xfrm>
            <a:off x="5275988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8" name="Rectangle 2567"/>
          <p:cNvSpPr/>
          <p:nvPr/>
        </p:nvSpPr>
        <p:spPr>
          <a:xfrm>
            <a:off x="5415037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9" name="Rectangle 2568"/>
          <p:cNvSpPr/>
          <p:nvPr/>
        </p:nvSpPr>
        <p:spPr>
          <a:xfrm>
            <a:off x="5554085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0" name="Rectangle 2569"/>
          <p:cNvSpPr/>
          <p:nvPr/>
        </p:nvSpPr>
        <p:spPr>
          <a:xfrm>
            <a:off x="5693133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1" name="Rectangle 2570"/>
          <p:cNvSpPr/>
          <p:nvPr/>
        </p:nvSpPr>
        <p:spPr>
          <a:xfrm>
            <a:off x="5832182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2" name="Rectangle 2571"/>
          <p:cNvSpPr/>
          <p:nvPr/>
        </p:nvSpPr>
        <p:spPr>
          <a:xfrm>
            <a:off x="5971230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3" name="Rectangle 2572"/>
          <p:cNvSpPr/>
          <p:nvPr/>
        </p:nvSpPr>
        <p:spPr>
          <a:xfrm>
            <a:off x="6110279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4" name="Rectangle 2573"/>
          <p:cNvSpPr/>
          <p:nvPr/>
        </p:nvSpPr>
        <p:spPr>
          <a:xfrm>
            <a:off x="6249327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5" name="Rectangle 2574"/>
          <p:cNvSpPr/>
          <p:nvPr/>
        </p:nvSpPr>
        <p:spPr>
          <a:xfrm>
            <a:off x="6388376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6" name="Rectangle 2575"/>
          <p:cNvSpPr/>
          <p:nvPr/>
        </p:nvSpPr>
        <p:spPr>
          <a:xfrm>
            <a:off x="6527424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7" name="Rectangle 2576"/>
          <p:cNvSpPr/>
          <p:nvPr/>
        </p:nvSpPr>
        <p:spPr>
          <a:xfrm>
            <a:off x="6666472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8" name="Rectangle 2577"/>
          <p:cNvSpPr/>
          <p:nvPr/>
        </p:nvSpPr>
        <p:spPr>
          <a:xfrm>
            <a:off x="6805521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9" name="Rectangle 2578"/>
          <p:cNvSpPr/>
          <p:nvPr/>
        </p:nvSpPr>
        <p:spPr>
          <a:xfrm>
            <a:off x="6944569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0" name="Rectangle 2579"/>
          <p:cNvSpPr/>
          <p:nvPr/>
        </p:nvSpPr>
        <p:spPr>
          <a:xfrm>
            <a:off x="7083618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1" name="Rectangle 2580"/>
          <p:cNvSpPr/>
          <p:nvPr/>
        </p:nvSpPr>
        <p:spPr>
          <a:xfrm>
            <a:off x="7222666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2" name="Rectangle 2581"/>
          <p:cNvSpPr/>
          <p:nvPr/>
        </p:nvSpPr>
        <p:spPr>
          <a:xfrm>
            <a:off x="7361715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3" name="Rectangle 2582"/>
          <p:cNvSpPr/>
          <p:nvPr/>
        </p:nvSpPr>
        <p:spPr>
          <a:xfrm>
            <a:off x="7500763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4" name="Rectangle 2583"/>
          <p:cNvSpPr/>
          <p:nvPr/>
        </p:nvSpPr>
        <p:spPr>
          <a:xfrm>
            <a:off x="7639812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5" name="Rectangle 2584"/>
          <p:cNvSpPr/>
          <p:nvPr/>
        </p:nvSpPr>
        <p:spPr>
          <a:xfrm>
            <a:off x="7778860" y="5403189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6" name="Rectangle 2585"/>
          <p:cNvSpPr/>
          <p:nvPr/>
        </p:nvSpPr>
        <p:spPr>
          <a:xfrm>
            <a:off x="7917908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7" name="Rectangle 2586"/>
          <p:cNvSpPr/>
          <p:nvPr/>
        </p:nvSpPr>
        <p:spPr>
          <a:xfrm>
            <a:off x="8056957" y="5403189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8" name="Rectangle 2587"/>
          <p:cNvSpPr/>
          <p:nvPr/>
        </p:nvSpPr>
        <p:spPr>
          <a:xfrm>
            <a:off x="8196005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9" name="Rectangle 2588"/>
          <p:cNvSpPr/>
          <p:nvPr/>
        </p:nvSpPr>
        <p:spPr>
          <a:xfrm>
            <a:off x="8335054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0" name="Rectangle 2589"/>
          <p:cNvSpPr/>
          <p:nvPr/>
        </p:nvSpPr>
        <p:spPr>
          <a:xfrm>
            <a:off x="8474102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1" name="Rectangle 2590"/>
          <p:cNvSpPr/>
          <p:nvPr/>
        </p:nvSpPr>
        <p:spPr>
          <a:xfrm>
            <a:off x="8613151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2" name="Rectangle 2591"/>
          <p:cNvSpPr/>
          <p:nvPr/>
        </p:nvSpPr>
        <p:spPr>
          <a:xfrm>
            <a:off x="8752199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3" name="Rectangle 2592"/>
          <p:cNvSpPr/>
          <p:nvPr/>
        </p:nvSpPr>
        <p:spPr>
          <a:xfrm>
            <a:off x="8891247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4" name="Rectangle 2593"/>
          <p:cNvSpPr/>
          <p:nvPr/>
        </p:nvSpPr>
        <p:spPr>
          <a:xfrm>
            <a:off x="9030296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5" name="Rectangle 2594"/>
          <p:cNvSpPr/>
          <p:nvPr/>
        </p:nvSpPr>
        <p:spPr>
          <a:xfrm>
            <a:off x="9169344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6" name="Rectangle 2595"/>
          <p:cNvSpPr/>
          <p:nvPr/>
        </p:nvSpPr>
        <p:spPr>
          <a:xfrm>
            <a:off x="9308393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7" name="Rectangle 2596"/>
          <p:cNvSpPr/>
          <p:nvPr/>
        </p:nvSpPr>
        <p:spPr>
          <a:xfrm>
            <a:off x="9447441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8" name="Rectangle 2597"/>
          <p:cNvSpPr/>
          <p:nvPr/>
        </p:nvSpPr>
        <p:spPr>
          <a:xfrm>
            <a:off x="9586490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9" name="Rectangle 2598"/>
          <p:cNvSpPr/>
          <p:nvPr/>
        </p:nvSpPr>
        <p:spPr>
          <a:xfrm>
            <a:off x="9725538" y="540318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0" name="Rectangle 2599"/>
          <p:cNvSpPr/>
          <p:nvPr/>
        </p:nvSpPr>
        <p:spPr>
          <a:xfrm>
            <a:off x="9864586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1" name="Rectangle 2600"/>
          <p:cNvSpPr/>
          <p:nvPr/>
        </p:nvSpPr>
        <p:spPr>
          <a:xfrm>
            <a:off x="10003635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2" name="Rectangle 2601"/>
          <p:cNvSpPr/>
          <p:nvPr/>
        </p:nvSpPr>
        <p:spPr>
          <a:xfrm>
            <a:off x="10142683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3" name="Rectangle 2602"/>
          <p:cNvSpPr/>
          <p:nvPr/>
        </p:nvSpPr>
        <p:spPr>
          <a:xfrm>
            <a:off x="10281732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4" name="Rectangle 2603"/>
          <p:cNvSpPr/>
          <p:nvPr/>
        </p:nvSpPr>
        <p:spPr>
          <a:xfrm>
            <a:off x="10420780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5" name="Rectangle 2604"/>
          <p:cNvSpPr/>
          <p:nvPr/>
        </p:nvSpPr>
        <p:spPr>
          <a:xfrm>
            <a:off x="10559829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6" name="Rectangle 2605"/>
          <p:cNvSpPr/>
          <p:nvPr/>
        </p:nvSpPr>
        <p:spPr>
          <a:xfrm>
            <a:off x="10698877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7" name="Rectangle 2606"/>
          <p:cNvSpPr/>
          <p:nvPr/>
        </p:nvSpPr>
        <p:spPr>
          <a:xfrm>
            <a:off x="10837926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8" name="Rectangle 2607"/>
          <p:cNvSpPr/>
          <p:nvPr/>
        </p:nvSpPr>
        <p:spPr>
          <a:xfrm>
            <a:off x="10976974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9" name="Rectangle 2608"/>
          <p:cNvSpPr/>
          <p:nvPr/>
        </p:nvSpPr>
        <p:spPr>
          <a:xfrm>
            <a:off x="11116022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0" name="Rectangle 2609"/>
          <p:cNvSpPr/>
          <p:nvPr/>
        </p:nvSpPr>
        <p:spPr>
          <a:xfrm>
            <a:off x="11255071" y="540318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1" name="Rectangle 2610"/>
          <p:cNvSpPr/>
          <p:nvPr/>
        </p:nvSpPr>
        <p:spPr>
          <a:xfrm>
            <a:off x="11394119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2" name="Rectangle 2611"/>
          <p:cNvSpPr/>
          <p:nvPr/>
        </p:nvSpPr>
        <p:spPr>
          <a:xfrm>
            <a:off x="11533168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3" name="Rectangle 2612"/>
          <p:cNvSpPr/>
          <p:nvPr/>
        </p:nvSpPr>
        <p:spPr>
          <a:xfrm>
            <a:off x="11672216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4" name="Rectangle 2613"/>
          <p:cNvSpPr/>
          <p:nvPr/>
        </p:nvSpPr>
        <p:spPr>
          <a:xfrm>
            <a:off x="11811265" y="540318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5" name="Rectangle 2614"/>
          <p:cNvSpPr/>
          <p:nvPr/>
        </p:nvSpPr>
        <p:spPr>
          <a:xfrm>
            <a:off x="11950313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6" name="Rectangle 2615"/>
          <p:cNvSpPr/>
          <p:nvPr/>
        </p:nvSpPr>
        <p:spPr>
          <a:xfrm>
            <a:off x="12089361" y="540318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7" name="Rectangle 2616"/>
          <p:cNvSpPr/>
          <p:nvPr/>
        </p:nvSpPr>
        <p:spPr>
          <a:xfrm>
            <a:off x="12228410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8" name="Rectangle 2617"/>
          <p:cNvSpPr/>
          <p:nvPr/>
        </p:nvSpPr>
        <p:spPr>
          <a:xfrm>
            <a:off x="12367458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9" name="Rectangle 2618"/>
          <p:cNvSpPr/>
          <p:nvPr/>
        </p:nvSpPr>
        <p:spPr>
          <a:xfrm>
            <a:off x="12506507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0" name="Rectangle 2619"/>
          <p:cNvSpPr/>
          <p:nvPr/>
        </p:nvSpPr>
        <p:spPr>
          <a:xfrm>
            <a:off x="12645555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1" name="Rectangle 2620"/>
          <p:cNvSpPr/>
          <p:nvPr/>
        </p:nvSpPr>
        <p:spPr>
          <a:xfrm>
            <a:off x="12784604" y="5403189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2" name="Rectangle 2621"/>
          <p:cNvSpPr/>
          <p:nvPr/>
        </p:nvSpPr>
        <p:spPr>
          <a:xfrm>
            <a:off x="12923652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3" name="Rectangle 2622"/>
          <p:cNvSpPr/>
          <p:nvPr/>
        </p:nvSpPr>
        <p:spPr>
          <a:xfrm>
            <a:off x="13062700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4" name="Rectangle 2623"/>
          <p:cNvSpPr/>
          <p:nvPr/>
        </p:nvSpPr>
        <p:spPr>
          <a:xfrm>
            <a:off x="13201749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5" name="Rectangle 2624"/>
          <p:cNvSpPr/>
          <p:nvPr/>
        </p:nvSpPr>
        <p:spPr>
          <a:xfrm>
            <a:off x="13340797" y="5403189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6" name="Rectangle 2625"/>
          <p:cNvSpPr/>
          <p:nvPr/>
        </p:nvSpPr>
        <p:spPr>
          <a:xfrm>
            <a:off x="13479846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7" name="Rectangle 2626"/>
          <p:cNvSpPr/>
          <p:nvPr/>
        </p:nvSpPr>
        <p:spPr>
          <a:xfrm>
            <a:off x="13618894" y="5403189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8" name="Rectangle 2627"/>
          <p:cNvSpPr/>
          <p:nvPr/>
        </p:nvSpPr>
        <p:spPr>
          <a:xfrm>
            <a:off x="13757943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9" name="Rectangle 2628"/>
          <p:cNvSpPr/>
          <p:nvPr/>
        </p:nvSpPr>
        <p:spPr>
          <a:xfrm>
            <a:off x="13896991" y="5403189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0" name="TextBox 2629"/>
          <p:cNvSpPr txBox="1"/>
          <p:nvPr/>
        </p:nvSpPr>
        <p:spPr>
          <a:xfrm>
            <a:off x="676656" y="5519318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28</a:t>
            </a:r>
          </a:p>
        </p:txBody>
      </p:sp>
      <p:sp>
        <p:nvSpPr>
          <p:cNvPr id="2631" name="Rectangle 2630"/>
          <p:cNvSpPr/>
          <p:nvPr/>
        </p:nvSpPr>
        <p:spPr>
          <a:xfrm>
            <a:off x="1243584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2" name="Rectangle 2631"/>
          <p:cNvSpPr/>
          <p:nvPr/>
        </p:nvSpPr>
        <p:spPr>
          <a:xfrm>
            <a:off x="1382632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3" name="Rectangle 2632"/>
          <p:cNvSpPr/>
          <p:nvPr/>
        </p:nvSpPr>
        <p:spPr>
          <a:xfrm>
            <a:off x="1521680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4" name="Rectangle 2633"/>
          <p:cNvSpPr/>
          <p:nvPr/>
        </p:nvSpPr>
        <p:spPr>
          <a:xfrm>
            <a:off x="1660729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5" name="Rectangle 2634"/>
          <p:cNvSpPr/>
          <p:nvPr/>
        </p:nvSpPr>
        <p:spPr>
          <a:xfrm>
            <a:off x="1799777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6" name="Rectangle 2635"/>
          <p:cNvSpPr/>
          <p:nvPr/>
        </p:nvSpPr>
        <p:spPr>
          <a:xfrm>
            <a:off x="1938826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7" name="Rectangle 2636"/>
          <p:cNvSpPr/>
          <p:nvPr/>
        </p:nvSpPr>
        <p:spPr>
          <a:xfrm>
            <a:off x="2077874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8" name="Rectangle 2637"/>
          <p:cNvSpPr/>
          <p:nvPr/>
        </p:nvSpPr>
        <p:spPr>
          <a:xfrm>
            <a:off x="2216923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9" name="Rectangle 2638"/>
          <p:cNvSpPr/>
          <p:nvPr/>
        </p:nvSpPr>
        <p:spPr>
          <a:xfrm>
            <a:off x="2355971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0" name="Rectangle 2639"/>
          <p:cNvSpPr/>
          <p:nvPr/>
        </p:nvSpPr>
        <p:spPr>
          <a:xfrm>
            <a:off x="2495019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1" name="Rectangle 2640"/>
          <p:cNvSpPr/>
          <p:nvPr/>
        </p:nvSpPr>
        <p:spPr>
          <a:xfrm>
            <a:off x="2634068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2" name="Rectangle 2641"/>
          <p:cNvSpPr/>
          <p:nvPr/>
        </p:nvSpPr>
        <p:spPr>
          <a:xfrm>
            <a:off x="2773116" y="551931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3" name="Rectangle 2642"/>
          <p:cNvSpPr/>
          <p:nvPr/>
        </p:nvSpPr>
        <p:spPr>
          <a:xfrm>
            <a:off x="2912165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4" name="Rectangle 2643"/>
          <p:cNvSpPr/>
          <p:nvPr/>
        </p:nvSpPr>
        <p:spPr>
          <a:xfrm>
            <a:off x="3051213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5" name="Rectangle 2644"/>
          <p:cNvSpPr/>
          <p:nvPr/>
        </p:nvSpPr>
        <p:spPr>
          <a:xfrm>
            <a:off x="3190262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6" name="Rectangle 2645"/>
          <p:cNvSpPr/>
          <p:nvPr/>
        </p:nvSpPr>
        <p:spPr>
          <a:xfrm>
            <a:off x="3329310" y="551931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7" name="Rectangle 2646"/>
          <p:cNvSpPr/>
          <p:nvPr/>
        </p:nvSpPr>
        <p:spPr>
          <a:xfrm>
            <a:off x="3468358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8" name="Rectangle 2647"/>
          <p:cNvSpPr/>
          <p:nvPr/>
        </p:nvSpPr>
        <p:spPr>
          <a:xfrm>
            <a:off x="3607407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9" name="Rectangle 2648"/>
          <p:cNvSpPr/>
          <p:nvPr/>
        </p:nvSpPr>
        <p:spPr>
          <a:xfrm>
            <a:off x="3746455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0" name="Rectangle 2649"/>
          <p:cNvSpPr/>
          <p:nvPr/>
        </p:nvSpPr>
        <p:spPr>
          <a:xfrm>
            <a:off x="3885504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1" name="Rectangle 2650"/>
          <p:cNvSpPr/>
          <p:nvPr/>
        </p:nvSpPr>
        <p:spPr>
          <a:xfrm>
            <a:off x="4024552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2" name="Rectangle 2651"/>
          <p:cNvSpPr/>
          <p:nvPr/>
        </p:nvSpPr>
        <p:spPr>
          <a:xfrm>
            <a:off x="4163601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3" name="Rectangle 2652"/>
          <p:cNvSpPr/>
          <p:nvPr/>
        </p:nvSpPr>
        <p:spPr>
          <a:xfrm>
            <a:off x="4302649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4" name="Rectangle 2653"/>
          <p:cNvSpPr/>
          <p:nvPr/>
        </p:nvSpPr>
        <p:spPr>
          <a:xfrm>
            <a:off x="4441698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5" name="Rectangle 2654"/>
          <p:cNvSpPr/>
          <p:nvPr/>
        </p:nvSpPr>
        <p:spPr>
          <a:xfrm>
            <a:off x="4580746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6" name="Rectangle 2655"/>
          <p:cNvSpPr/>
          <p:nvPr/>
        </p:nvSpPr>
        <p:spPr>
          <a:xfrm>
            <a:off x="4719794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7" name="Rectangle 2656"/>
          <p:cNvSpPr/>
          <p:nvPr/>
        </p:nvSpPr>
        <p:spPr>
          <a:xfrm>
            <a:off x="4858843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8" name="Rectangle 2657"/>
          <p:cNvSpPr/>
          <p:nvPr/>
        </p:nvSpPr>
        <p:spPr>
          <a:xfrm>
            <a:off x="4997891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9" name="Rectangle 2658"/>
          <p:cNvSpPr/>
          <p:nvPr/>
        </p:nvSpPr>
        <p:spPr>
          <a:xfrm>
            <a:off x="5136940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0" name="Rectangle 2659"/>
          <p:cNvSpPr/>
          <p:nvPr/>
        </p:nvSpPr>
        <p:spPr>
          <a:xfrm>
            <a:off x="5275988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1" name="Rectangle 2660"/>
          <p:cNvSpPr/>
          <p:nvPr/>
        </p:nvSpPr>
        <p:spPr>
          <a:xfrm>
            <a:off x="5415037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2" name="Rectangle 2661"/>
          <p:cNvSpPr/>
          <p:nvPr/>
        </p:nvSpPr>
        <p:spPr>
          <a:xfrm>
            <a:off x="5554085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3" name="Rectangle 2662"/>
          <p:cNvSpPr/>
          <p:nvPr/>
        </p:nvSpPr>
        <p:spPr>
          <a:xfrm>
            <a:off x="5693133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4" name="Rectangle 2663"/>
          <p:cNvSpPr/>
          <p:nvPr/>
        </p:nvSpPr>
        <p:spPr>
          <a:xfrm>
            <a:off x="5832182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5" name="Rectangle 2664"/>
          <p:cNvSpPr/>
          <p:nvPr/>
        </p:nvSpPr>
        <p:spPr>
          <a:xfrm>
            <a:off x="5971230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6" name="Rectangle 2665"/>
          <p:cNvSpPr/>
          <p:nvPr/>
        </p:nvSpPr>
        <p:spPr>
          <a:xfrm>
            <a:off x="6110279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7" name="Rectangle 2666"/>
          <p:cNvSpPr/>
          <p:nvPr/>
        </p:nvSpPr>
        <p:spPr>
          <a:xfrm>
            <a:off x="6249327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8" name="Rectangle 2667"/>
          <p:cNvSpPr/>
          <p:nvPr/>
        </p:nvSpPr>
        <p:spPr>
          <a:xfrm>
            <a:off x="6388376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9" name="Rectangle 2668"/>
          <p:cNvSpPr/>
          <p:nvPr/>
        </p:nvSpPr>
        <p:spPr>
          <a:xfrm>
            <a:off x="6527424" y="551931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0" name="Rectangle 2669"/>
          <p:cNvSpPr/>
          <p:nvPr/>
        </p:nvSpPr>
        <p:spPr>
          <a:xfrm>
            <a:off x="6666472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1" name="Rectangle 2670"/>
          <p:cNvSpPr/>
          <p:nvPr/>
        </p:nvSpPr>
        <p:spPr>
          <a:xfrm>
            <a:off x="6805521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2" name="Rectangle 2671"/>
          <p:cNvSpPr/>
          <p:nvPr/>
        </p:nvSpPr>
        <p:spPr>
          <a:xfrm>
            <a:off x="6944569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3" name="Rectangle 2672"/>
          <p:cNvSpPr/>
          <p:nvPr/>
        </p:nvSpPr>
        <p:spPr>
          <a:xfrm>
            <a:off x="7083618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4" name="Rectangle 2673"/>
          <p:cNvSpPr/>
          <p:nvPr/>
        </p:nvSpPr>
        <p:spPr>
          <a:xfrm>
            <a:off x="7222666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5" name="Rectangle 2674"/>
          <p:cNvSpPr/>
          <p:nvPr/>
        </p:nvSpPr>
        <p:spPr>
          <a:xfrm>
            <a:off x="7361715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6" name="Rectangle 2675"/>
          <p:cNvSpPr/>
          <p:nvPr/>
        </p:nvSpPr>
        <p:spPr>
          <a:xfrm>
            <a:off x="7500763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7" name="Rectangle 2676"/>
          <p:cNvSpPr/>
          <p:nvPr/>
        </p:nvSpPr>
        <p:spPr>
          <a:xfrm>
            <a:off x="7639812" y="551931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8" name="Rectangle 2677"/>
          <p:cNvSpPr/>
          <p:nvPr/>
        </p:nvSpPr>
        <p:spPr>
          <a:xfrm>
            <a:off x="7778860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9" name="Rectangle 2678"/>
          <p:cNvSpPr/>
          <p:nvPr/>
        </p:nvSpPr>
        <p:spPr>
          <a:xfrm>
            <a:off x="7917908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0" name="Rectangle 2679"/>
          <p:cNvSpPr/>
          <p:nvPr/>
        </p:nvSpPr>
        <p:spPr>
          <a:xfrm>
            <a:off x="8056957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1" name="Rectangle 2680"/>
          <p:cNvSpPr/>
          <p:nvPr/>
        </p:nvSpPr>
        <p:spPr>
          <a:xfrm>
            <a:off x="8196005" y="551931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2" name="Rectangle 2681"/>
          <p:cNvSpPr/>
          <p:nvPr/>
        </p:nvSpPr>
        <p:spPr>
          <a:xfrm>
            <a:off x="8335054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3" name="Rectangle 2682"/>
          <p:cNvSpPr/>
          <p:nvPr/>
        </p:nvSpPr>
        <p:spPr>
          <a:xfrm>
            <a:off x="8474102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4" name="Rectangle 2683"/>
          <p:cNvSpPr/>
          <p:nvPr/>
        </p:nvSpPr>
        <p:spPr>
          <a:xfrm>
            <a:off x="8613151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5" name="Rectangle 2684"/>
          <p:cNvSpPr/>
          <p:nvPr/>
        </p:nvSpPr>
        <p:spPr>
          <a:xfrm>
            <a:off x="8752199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6" name="Rectangle 2685"/>
          <p:cNvSpPr/>
          <p:nvPr/>
        </p:nvSpPr>
        <p:spPr>
          <a:xfrm>
            <a:off x="8891247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7" name="Rectangle 2686"/>
          <p:cNvSpPr/>
          <p:nvPr/>
        </p:nvSpPr>
        <p:spPr>
          <a:xfrm>
            <a:off x="9030296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8" name="Rectangle 2687"/>
          <p:cNvSpPr/>
          <p:nvPr/>
        </p:nvSpPr>
        <p:spPr>
          <a:xfrm>
            <a:off x="9169344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9" name="Rectangle 2688"/>
          <p:cNvSpPr/>
          <p:nvPr/>
        </p:nvSpPr>
        <p:spPr>
          <a:xfrm>
            <a:off x="9308393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0" name="Rectangle 2689"/>
          <p:cNvSpPr/>
          <p:nvPr/>
        </p:nvSpPr>
        <p:spPr>
          <a:xfrm>
            <a:off x="9447441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1" name="Rectangle 2690"/>
          <p:cNvSpPr/>
          <p:nvPr/>
        </p:nvSpPr>
        <p:spPr>
          <a:xfrm>
            <a:off x="9586490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2" name="Rectangle 2691"/>
          <p:cNvSpPr/>
          <p:nvPr/>
        </p:nvSpPr>
        <p:spPr>
          <a:xfrm>
            <a:off x="9725538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3" name="Rectangle 2692"/>
          <p:cNvSpPr/>
          <p:nvPr/>
        </p:nvSpPr>
        <p:spPr>
          <a:xfrm>
            <a:off x="9864586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4" name="Rectangle 2693"/>
          <p:cNvSpPr/>
          <p:nvPr/>
        </p:nvSpPr>
        <p:spPr>
          <a:xfrm>
            <a:off x="10003635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5" name="Rectangle 2694"/>
          <p:cNvSpPr/>
          <p:nvPr/>
        </p:nvSpPr>
        <p:spPr>
          <a:xfrm>
            <a:off x="10142683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6" name="Rectangle 2695"/>
          <p:cNvSpPr/>
          <p:nvPr/>
        </p:nvSpPr>
        <p:spPr>
          <a:xfrm>
            <a:off x="10281732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7" name="Rectangle 2696"/>
          <p:cNvSpPr/>
          <p:nvPr/>
        </p:nvSpPr>
        <p:spPr>
          <a:xfrm>
            <a:off x="10420780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8" name="Rectangle 2697"/>
          <p:cNvSpPr/>
          <p:nvPr/>
        </p:nvSpPr>
        <p:spPr>
          <a:xfrm>
            <a:off x="10559829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9" name="Rectangle 2698"/>
          <p:cNvSpPr/>
          <p:nvPr/>
        </p:nvSpPr>
        <p:spPr>
          <a:xfrm>
            <a:off x="10698877" y="551931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0" name="Rectangle 2699"/>
          <p:cNvSpPr/>
          <p:nvPr/>
        </p:nvSpPr>
        <p:spPr>
          <a:xfrm>
            <a:off x="10837926" y="5519318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1" name="Rectangle 2700"/>
          <p:cNvSpPr/>
          <p:nvPr/>
        </p:nvSpPr>
        <p:spPr>
          <a:xfrm>
            <a:off x="10976974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2" name="Rectangle 2701"/>
          <p:cNvSpPr/>
          <p:nvPr/>
        </p:nvSpPr>
        <p:spPr>
          <a:xfrm>
            <a:off x="11116022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3" name="Rectangle 2702"/>
          <p:cNvSpPr/>
          <p:nvPr/>
        </p:nvSpPr>
        <p:spPr>
          <a:xfrm>
            <a:off x="11255071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4" name="Rectangle 2703"/>
          <p:cNvSpPr/>
          <p:nvPr/>
        </p:nvSpPr>
        <p:spPr>
          <a:xfrm>
            <a:off x="11394119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5" name="Rectangle 2704"/>
          <p:cNvSpPr/>
          <p:nvPr/>
        </p:nvSpPr>
        <p:spPr>
          <a:xfrm>
            <a:off x="11533168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6" name="Rectangle 2705"/>
          <p:cNvSpPr/>
          <p:nvPr/>
        </p:nvSpPr>
        <p:spPr>
          <a:xfrm>
            <a:off x="11672216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7" name="Rectangle 2706"/>
          <p:cNvSpPr/>
          <p:nvPr/>
        </p:nvSpPr>
        <p:spPr>
          <a:xfrm>
            <a:off x="11811265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8" name="Rectangle 2707"/>
          <p:cNvSpPr/>
          <p:nvPr/>
        </p:nvSpPr>
        <p:spPr>
          <a:xfrm>
            <a:off x="11950313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9" name="Rectangle 2708"/>
          <p:cNvSpPr/>
          <p:nvPr/>
        </p:nvSpPr>
        <p:spPr>
          <a:xfrm>
            <a:off x="12089361" y="5519318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0" name="Rectangle 2709"/>
          <p:cNvSpPr/>
          <p:nvPr/>
        </p:nvSpPr>
        <p:spPr>
          <a:xfrm>
            <a:off x="12228410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1" name="Rectangle 2710"/>
          <p:cNvSpPr/>
          <p:nvPr/>
        </p:nvSpPr>
        <p:spPr>
          <a:xfrm>
            <a:off x="12367458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2" name="Rectangle 2711"/>
          <p:cNvSpPr/>
          <p:nvPr/>
        </p:nvSpPr>
        <p:spPr>
          <a:xfrm>
            <a:off x="12506507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3" name="Rectangle 2712"/>
          <p:cNvSpPr/>
          <p:nvPr/>
        </p:nvSpPr>
        <p:spPr>
          <a:xfrm>
            <a:off x="12645555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4" name="Rectangle 2713"/>
          <p:cNvSpPr/>
          <p:nvPr/>
        </p:nvSpPr>
        <p:spPr>
          <a:xfrm>
            <a:off x="12784604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5" name="Rectangle 2714"/>
          <p:cNvSpPr/>
          <p:nvPr/>
        </p:nvSpPr>
        <p:spPr>
          <a:xfrm>
            <a:off x="12923652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6" name="Rectangle 2715"/>
          <p:cNvSpPr/>
          <p:nvPr/>
        </p:nvSpPr>
        <p:spPr>
          <a:xfrm>
            <a:off x="13062700" y="5519318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7" name="Rectangle 2716"/>
          <p:cNvSpPr/>
          <p:nvPr/>
        </p:nvSpPr>
        <p:spPr>
          <a:xfrm>
            <a:off x="13201749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8" name="Rectangle 2717"/>
          <p:cNvSpPr/>
          <p:nvPr/>
        </p:nvSpPr>
        <p:spPr>
          <a:xfrm>
            <a:off x="13340797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9" name="Rectangle 2718"/>
          <p:cNvSpPr/>
          <p:nvPr/>
        </p:nvSpPr>
        <p:spPr>
          <a:xfrm>
            <a:off x="13479846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0" name="Rectangle 2719"/>
          <p:cNvSpPr/>
          <p:nvPr/>
        </p:nvSpPr>
        <p:spPr>
          <a:xfrm>
            <a:off x="13618894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1" name="Rectangle 2720"/>
          <p:cNvSpPr/>
          <p:nvPr/>
        </p:nvSpPr>
        <p:spPr>
          <a:xfrm>
            <a:off x="13757943" y="5519318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2" name="Rectangle 2721"/>
          <p:cNvSpPr/>
          <p:nvPr/>
        </p:nvSpPr>
        <p:spPr>
          <a:xfrm>
            <a:off x="13896991" y="5519318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3" name="TextBox 2722"/>
          <p:cNvSpPr txBox="1"/>
          <p:nvPr/>
        </p:nvSpPr>
        <p:spPr>
          <a:xfrm>
            <a:off x="676656" y="5635447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29</a:t>
            </a:r>
          </a:p>
        </p:txBody>
      </p:sp>
      <p:sp>
        <p:nvSpPr>
          <p:cNvPr id="2724" name="Rectangle 2723"/>
          <p:cNvSpPr/>
          <p:nvPr/>
        </p:nvSpPr>
        <p:spPr>
          <a:xfrm>
            <a:off x="1243584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5" name="Rectangle 2724"/>
          <p:cNvSpPr/>
          <p:nvPr/>
        </p:nvSpPr>
        <p:spPr>
          <a:xfrm>
            <a:off x="1382632" y="563544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6" name="Rectangle 2725"/>
          <p:cNvSpPr/>
          <p:nvPr/>
        </p:nvSpPr>
        <p:spPr>
          <a:xfrm>
            <a:off x="1521680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7" name="Rectangle 2726"/>
          <p:cNvSpPr/>
          <p:nvPr/>
        </p:nvSpPr>
        <p:spPr>
          <a:xfrm>
            <a:off x="1660729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8" name="Rectangle 2727"/>
          <p:cNvSpPr/>
          <p:nvPr/>
        </p:nvSpPr>
        <p:spPr>
          <a:xfrm>
            <a:off x="1799777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9" name="Rectangle 2728"/>
          <p:cNvSpPr/>
          <p:nvPr/>
        </p:nvSpPr>
        <p:spPr>
          <a:xfrm>
            <a:off x="1938826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0" name="Rectangle 2729"/>
          <p:cNvSpPr/>
          <p:nvPr/>
        </p:nvSpPr>
        <p:spPr>
          <a:xfrm>
            <a:off x="2077874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1" name="Rectangle 2730"/>
          <p:cNvSpPr/>
          <p:nvPr/>
        </p:nvSpPr>
        <p:spPr>
          <a:xfrm>
            <a:off x="2216923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2" name="Rectangle 2731"/>
          <p:cNvSpPr/>
          <p:nvPr/>
        </p:nvSpPr>
        <p:spPr>
          <a:xfrm>
            <a:off x="2355971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3" name="Rectangle 2732"/>
          <p:cNvSpPr/>
          <p:nvPr/>
        </p:nvSpPr>
        <p:spPr>
          <a:xfrm>
            <a:off x="2495019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4" name="Rectangle 2733"/>
          <p:cNvSpPr/>
          <p:nvPr/>
        </p:nvSpPr>
        <p:spPr>
          <a:xfrm>
            <a:off x="2634068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5" name="Rectangle 2734"/>
          <p:cNvSpPr/>
          <p:nvPr/>
        </p:nvSpPr>
        <p:spPr>
          <a:xfrm>
            <a:off x="2773116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6" name="Rectangle 2735"/>
          <p:cNvSpPr/>
          <p:nvPr/>
        </p:nvSpPr>
        <p:spPr>
          <a:xfrm>
            <a:off x="2912165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7" name="Rectangle 2736"/>
          <p:cNvSpPr/>
          <p:nvPr/>
        </p:nvSpPr>
        <p:spPr>
          <a:xfrm>
            <a:off x="3051213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8" name="Rectangle 2737"/>
          <p:cNvSpPr/>
          <p:nvPr/>
        </p:nvSpPr>
        <p:spPr>
          <a:xfrm>
            <a:off x="3190262" y="563544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9" name="Rectangle 2738"/>
          <p:cNvSpPr/>
          <p:nvPr/>
        </p:nvSpPr>
        <p:spPr>
          <a:xfrm>
            <a:off x="3329310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0" name="Rectangle 2739"/>
          <p:cNvSpPr/>
          <p:nvPr/>
        </p:nvSpPr>
        <p:spPr>
          <a:xfrm>
            <a:off x="3468358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1" name="Rectangle 2740"/>
          <p:cNvSpPr/>
          <p:nvPr/>
        </p:nvSpPr>
        <p:spPr>
          <a:xfrm>
            <a:off x="3607407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2" name="Rectangle 2741"/>
          <p:cNvSpPr/>
          <p:nvPr/>
        </p:nvSpPr>
        <p:spPr>
          <a:xfrm>
            <a:off x="3746455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3" name="Rectangle 2742"/>
          <p:cNvSpPr/>
          <p:nvPr/>
        </p:nvSpPr>
        <p:spPr>
          <a:xfrm>
            <a:off x="3885504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4" name="Rectangle 2743"/>
          <p:cNvSpPr/>
          <p:nvPr/>
        </p:nvSpPr>
        <p:spPr>
          <a:xfrm>
            <a:off x="4024552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5" name="Rectangle 2744"/>
          <p:cNvSpPr/>
          <p:nvPr/>
        </p:nvSpPr>
        <p:spPr>
          <a:xfrm>
            <a:off x="4163601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6" name="Rectangle 2745"/>
          <p:cNvSpPr/>
          <p:nvPr/>
        </p:nvSpPr>
        <p:spPr>
          <a:xfrm>
            <a:off x="4302649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7" name="Rectangle 2746"/>
          <p:cNvSpPr/>
          <p:nvPr/>
        </p:nvSpPr>
        <p:spPr>
          <a:xfrm>
            <a:off x="4441698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8" name="Rectangle 2747"/>
          <p:cNvSpPr/>
          <p:nvPr/>
        </p:nvSpPr>
        <p:spPr>
          <a:xfrm>
            <a:off x="4580746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9" name="Rectangle 2748"/>
          <p:cNvSpPr/>
          <p:nvPr/>
        </p:nvSpPr>
        <p:spPr>
          <a:xfrm>
            <a:off x="4719794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0" name="Rectangle 2749"/>
          <p:cNvSpPr/>
          <p:nvPr/>
        </p:nvSpPr>
        <p:spPr>
          <a:xfrm>
            <a:off x="4858843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1" name="Rectangle 2750"/>
          <p:cNvSpPr/>
          <p:nvPr/>
        </p:nvSpPr>
        <p:spPr>
          <a:xfrm>
            <a:off x="4997891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2" name="Rectangle 2751"/>
          <p:cNvSpPr/>
          <p:nvPr/>
        </p:nvSpPr>
        <p:spPr>
          <a:xfrm>
            <a:off x="5136940" y="5635447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3" name="Rectangle 2752"/>
          <p:cNvSpPr/>
          <p:nvPr/>
        </p:nvSpPr>
        <p:spPr>
          <a:xfrm>
            <a:off x="5275988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4" name="Rectangle 2753"/>
          <p:cNvSpPr/>
          <p:nvPr/>
        </p:nvSpPr>
        <p:spPr>
          <a:xfrm>
            <a:off x="5415037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5" name="Rectangle 2754"/>
          <p:cNvSpPr/>
          <p:nvPr/>
        </p:nvSpPr>
        <p:spPr>
          <a:xfrm>
            <a:off x="5554085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6" name="Rectangle 2755"/>
          <p:cNvSpPr/>
          <p:nvPr/>
        </p:nvSpPr>
        <p:spPr>
          <a:xfrm>
            <a:off x="5693133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7" name="Rectangle 2756"/>
          <p:cNvSpPr/>
          <p:nvPr/>
        </p:nvSpPr>
        <p:spPr>
          <a:xfrm>
            <a:off x="5832182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8" name="Rectangle 2757"/>
          <p:cNvSpPr/>
          <p:nvPr/>
        </p:nvSpPr>
        <p:spPr>
          <a:xfrm>
            <a:off x="5971230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9" name="Rectangle 2758"/>
          <p:cNvSpPr/>
          <p:nvPr/>
        </p:nvSpPr>
        <p:spPr>
          <a:xfrm>
            <a:off x="6110279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0" name="Rectangle 2759"/>
          <p:cNvSpPr/>
          <p:nvPr/>
        </p:nvSpPr>
        <p:spPr>
          <a:xfrm>
            <a:off x="6249327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1" name="Rectangle 2760"/>
          <p:cNvSpPr/>
          <p:nvPr/>
        </p:nvSpPr>
        <p:spPr>
          <a:xfrm>
            <a:off x="6388376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2" name="Rectangle 2761"/>
          <p:cNvSpPr/>
          <p:nvPr/>
        </p:nvSpPr>
        <p:spPr>
          <a:xfrm>
            <a:off x="6527424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3" name="Rectangle 2762"/>
          <p:cNvSpPr/>
          <p:nvPr/>
        </p:nvSpPr>
        <p:spPr>
          <a:xfrm>
            <a:off x="6666472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4" name="Rectangle 2763"/>
          <p:cNvSpPr/>
          <p:nvPr/>
        </p:nvSpPr>
        <p:spPr>
          <a:xfrm>
            <a:off x="6805521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5" name="Rectangle 2764"/>
          <p:cNvSpPr/>
          <p:nvPr/>
        </p:nvSpPr>
        <p:spPr>
          <a:xfrm>
            <a:off x="6944569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6" name="Rectangle 2765"/>
          <p:cNvSpPr/>
          <p:nvPr/>
        </p:nvSpPr>
        <p:spPr>
          <a:xfrm>
            <a:off x="7083618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7" name="Rectangle 2766"/>
          <p:cNvSpPr/>
          <p:nvPr/>
        </p:nvSpPr>
        <p:spPr>
          <a:xfrm>
            <a:off x="7222666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8" name="Rectangle 2767"/>
          <p:cNvSpPr/>
          <p:nvPr/>
        </p:nvSpPr>
        <p:spPr>
          <a:xfrm>
            <a:off x="7361715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9" name="Rectangle 2768"/>
          <p:cNvSpPr/>
          <p:nvPr/>
        </p:nvSpPr>
        <p:spPr>
          <a:xfrm>
            <a:off x="7500763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0" name="Rectangle 2769"/>
          <p:cNvSpPr/>
          <p:nvPr/>
        </p:nvSpPr>
        <p:spPr>
          <a:xfrm>
            <a:off x="7639812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1" name="Rectangle 2770"/>
          <p:cNvSpPr/>
          <p:nvPr/>
        </p:nvSpPr>
        <p:spPr>
          <a:xfrm>
            <a:off x="7778860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2" name="Rectangle 2771"/>
          <p:cNvSpPr/>
          <p:nvPr/>
        </p:nvSpPr>
        <p:spPr>
          <a:xfrm>
            <a:off x="7917908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3" name="Rectangle 2772"/>
          <p:cNvSpPr/>
          <p:nvPr/>
        </p:nvSpPr>
        <p:spPr>
          <a:xfrm>
            <a:off x="8056957" y="5635447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4" name="Rectangle 2773"/>
          <p:cNvSpPr/>
          <p:nvPr/>
        </p:nvSpPr>
        <p:spPr>
          <a:xfrm>
            <a:off x="8196005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5" name="Rectangle 2774"/>
          <p:cNvSpPr/>
          <p:nvPr/>
        </p:nvSpPr>
        <p:spPr>
          <a:xfrm>
            <a:off x="8335054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6" name="Rectangle 2775"/>
          <p:cNvSpPr/>
          <p:nvPr/>
        </p:nvSpPr>
        <p:spPr>
          <a:xfrm>
            <a:off x="8474102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7" name="Rectangle 2776"/>
          <p:cNvSpPr/>
          <p:nvPr/>
        </p:nvSpPr>
        <p:spPr>
          <a:xfrm>
            <a:off x="8613151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8" name="Rectangle 2777"/>
          <p:cNvSpPr/>
          <p:nvPr/>
        </p:nvSpPr>
        <p:spPr>
          <a:xfrm>
            <a:off x="8752199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9" name="Rectangle 2778"/>
          <p:cNvSpPr/>
          <p:nvPr/>
        </p:nvSpPr>
        <p:spPr>
          <a:xfrm>
            <a:off x="8891247" y="563544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0" name="Rectangle 2779"/>
          <p:cNvSpPr/>
          <p:nvPr/>
        </p:nvSpPr>
        <p:spPr>
          <a:xfrm>
            <a:off x="9030296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1" name="Rectangle 2780"/>
          <p:cNvSpPr/>
          <p:nvPr/>
        </p:nvSpPr>
        <p:spPr>
          <a:xfrm>
            <a:off x="9169344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2" name="Rectangle 2781"/>
          <p:cNvSpPr/>
          <p:nvPr/>
        </p:nvSpPr>
        <p:spPr>
          <a:xfrm>
            <a:off x="9308393" y="563544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3" name="Rectangle 2782"/>
          <p:cNvSpPr/>
          <p:nvPr/>
        </p:nvSpPr>
        <p:spPr>
          <a:xfrm>
            <a:off x="9447441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4" name="Rectangle 2783"/>
          <p:cNvSpPr/>
          <p:nvPr/>
        </p:nvSpPr>
        <p:spPr>
          <a:xfrm>
            <a:off x="9586490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5" name="Rectangle 2784"/>
          <p:cNvSpPr/>
          <p:nvPr/>
        </p:nvSpPr>
        <p:spPr>
          <a:xfrm>
            <a:off x="9725538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6" name="Rectangle 2785"/>
          <p:cNvSpPr/>
          <p:nvPr/>
        </p:nvSpPr>
        <p:spPr>
          <a:xfrm>
            <a:off x="9864586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7" name="Rectangle 2786"/>
          <p:cNvSpPr/>
          <p:nvPr/>
        </p:nvSpPr>
        <p:spPr>
          <a:xfrm>
            <a:off x="10003635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8" name="Rectangle 2787"/>
          <p:cNvSpPr/>
          <p:nvPr/>
        </p:nvSpPr>
        <p:spPr>
          <a:xfrm>
            <a:off x="10142683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9" name="Rectangle 2788"/>
          <p:cNvSpPr/>
          <p:nvPr/>
        </p:nvSpPr>
        <p:spPr>
          <a:xfrm>
            <a:off x="10281732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0" name="Rectangle 2789"/>
          <p:cNvSpPr/>
          <p:nvPr/>
        </p:nvSpPr>
        <p:spPr>
          <a:xfrm>
            <a:off x="10420780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1" name="Rectangle 2790"/>
          <p:cNvSpPr/>
          <p:nvPr/>
        </p:nvSpPr>
        <p:spPr>
          <a:xfrm>
            <a:off x="10559829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2" name="Rectangle 2791"/>
          <p:cNvSpPr/>
          <p:nvPr/>
        </p:nvSpPr>
        <p:spPr>
          <a:xfrm>
            <a:off x="10698877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3" name="Rectangle 2792"/>
          <p:cNvSpPr/>
          <p:nvPr/>
        </p:nvSpPr>
        <p:spPr>
          <a:xfrm>
            <a:off x="10837926" y="563544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4" name="Rectangle 2793"/>
          <p:cNvSpPr/>
          <p:nvPr/>
        </p:nvSpPr>
        <p:spPr>
          <a:xfrm>
            <a:off x="10976974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5" name="Rectangle 2794"/>
          <p:cNvSpPr/>
          <p:nvPr/>
        </p:nvSpPr>
        <p:spPr>
          <a:xfrm>
            <a:off x="11116022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6" name="Rectangle 2795"/>
          <p:cNvSpPr/>
          <p:nvPr/>
        </p:nvSpPr>
        <p:spPr>
          <a:xfrm>
            <a:off x="11255071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7" name="Rectangle 2796"/>
          <p:cNvSpPr/>
          <p:nvPr/>
        </p:nvSpPr>
        <p:spPr>
          <a:xfrm>
            <a:off x="11394119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8" name="Rectangle 2797"/>
          <p:cNvSpPr/>
          <p:nvPr/>
        </p:nvSpPr>
        <p:spPr>
          <a:xfrm>
            <a:off x="11533168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9" name="Rectangle 2798"/>
          <p:cNvSpPr/>
          <p:nvPr/>
        </p:nvSpPr>
        <p:spPr>
          <a:xfrm>
            <a:off x="11672216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0" name="Rectangle 2799"/>
          <p:cNvSpPr/>
          <p:nvPr/>
        </p:nvSpPr>
        <p:spPr>
          <a:xfrm>
            <a:off x="11811265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1" name="Rectangle 2800"/>
          <p:cNvSpPr/>
          <p:nvPr/>
        </p:nvSpPr>
        <p:spPr>
          <a:xfrm>
            <a:off x="11950313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2" name="Rectangle 2801"/>
          <p:cNvSpPr/>
          <p:nvPr/>
        </p:nvSpPr>
        <p:spPr>
          <a:xfrm>
            <a:off x="12089361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3" name="Rectangle 2802"/>
          <p:cNvSpPr/>
          <p:nvPr/>
        </p:nvSpPr>
        <p:spPr>
          <a:xfrm>
            <a:off x="12228410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4" name="Rectangle 2803"/>
          <p:cNvSpPr/>
          <p:nvPr/>
        </p:nvSpPr>
        <p:spPr>
          <a:xfrm>
            <a:off x="12367458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5" name="Rectangle 2804"/>
          <p:cNvSpPr/>
          <p:nvPr/>
        </p:nvSpPr>
        <p:spPr>
          <a:xfrm>
            <a:off x="12506507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6" name="Rectangle 2805"/>
          <p:cNvSpPr/>
          <p:nvPr/>
        </p:nvSpPr>
        <p:spPr>
          <a:xfrm>
            <a:off x="12645555" y="5635447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7" name="Rectangle 2806"/>
          <p:cNvSpPr/>
          <p:nvPr/>
        </p:nvSpPr>
        <p:spPr>
          <a:xfrm>
            <a:off x="12784604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8" name="Rectangle 2807"/>
          <p:cNvSpPr/>
          <p:nvPr/>
        </p:nvSpPr>
        <p:spPr>
          <a:xfrm>
            <a:off x="12923652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9" name="Rectangle 2808"/>
          <p:cNvSpPr/>
          <p:nvPr/>
        </p:nvSpPr>
        <p:spPr>
          <a:xfrm>
            <a:off x="13062700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0" name="Rectangle 2809"/>
          <p:cNvSpPr/>
          <p:nvPr/>
        </p:nvSpPr>
        <p:spPr>
          <a:xfrm>
            <a:off x="13201749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1" name="Rectangle 2810"/>
          <p:cNvSpPr/>
          <p:nvPr/>
        </p:nvSpPr>
        <p:spPr>
          <a:xfrm>
            <a:off x="13340797" y="5635447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2" name="Rectangle 2811"/>
          <p:cNvSpPr/>
          <p:nvPr/>
        </p:nvSpPr>
        <p:spPr>
          <a:xfrm>
            <a:off x="13479846" y="5635447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3" name="Rectangle 2812"/>
          <p:cNvSpPr/>
          <p:nvPr/>
        </p:nvSpPr>
        <p:spPr>
          <a:xfrm>
            <a:off x="13618894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4" name="Rectangle 2813"/>
          <p:cNvSpPr/>
          <p:nvPr/>
        </p:nvSpPr>
        <p:spPr>
          <a:xfrm>
            <a:off x="13757943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5" name="Rectangle 2814"/>
          <p:cNvSpPr/>
          <p:nvPr/>
        </p:nvSpPr>
        <p:spPr>
          <a:xfrm>
            <a:off x="13896991" y="5635447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6" name="TextBox 2815"/>
          <p:cNvSpPr txBox="1"/>
          <p:nvPr/>
        </p:nvSpPr>
        <p:spPr>
          <a:xfrm>
            <a:off x="676656" y="5751576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30</a:t>
            </a:r>
          </a:p>
        </p:txBody>
      </p:sp>
      <p:sp>
        <p:nvSpPr>
          <p:cNvPr id="2817" name="Rectangle 2816"/>
          <p:cNvSpPr/>
          <p:nvPr/>
        </p:nvSpPr>
        <p:spPr>
          <a:xfrm>
            <a:off x="1243584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8" name="Rectangle 2817"/>
          <p:cNvSpPr/>
          <p:nvPr/>
        </p:nvSpPr>
        <p:spPr>
          <a:xfrm>
            <a:off x="1382632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9" name="Rectangle 2818"/>
          <p:cNvSpPr/>
          <p:nvPr/>
        </p:nvSpPr>
        <p:spPr>
          <a:xfrm>
            <a:off x="1521680" y="575157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0" name="Rectangle 2819"/>
          <p:cNvSpPr/>
          <p:nvPr/>
        </p:nvSpPr>
        <p:spPr>
          <a:xfrm>
            <a:off x="1660729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1" name="Rectangle 2820"/>
          <p:cNvSpPr/>
          <p:nvPr/>
        </p:nvSpPr>
        <p:spPr>
          <a:xfrm>
            <a:off x="1799777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2" name="Rectangle 2821"/>
          <p:cNvSpPr/>
          <p:nvPr/>
        </p:nvSpPr>
        <p:spPr>
          <a:xfrm>
            <a:off x="1938826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3" name="Rectangle 2822"/>
          <p:cNvSpPr/>
          <p:nvPr/>
        </p:nvSpPr>
        <p:spPr>
          <a:xfrm>
            <a:off x="2077874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4" name="Rectangle 2823"/>
          <p:cNvSpPr/>
          <p:nvPr/>
        </p:nvSpPr>
        <p:spPr>
          <a:xfrm>
            <a:off x="2216923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5" name="Rectangle 2824"/>
          <p:cNvSpPr/>
          <p:nvPr/>
        </p:nvSpPr>
        <p:spPr>
          <a:xfrm>
            <a:off x="2355971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6" name="Rectangle 2825"/>
          <p:cNvSpPr/>
          <p:nvPr/>
        </p:nvSpPr>
        <p:spPr>
          <a:xfrm>
            <a:off x="2495019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7" name="Rectangle 2826"/>
          <p:cNvSpPr/>
          <p:nvPr/>
        </p:nvSpPr>
        <p:spPr>
          <a:xfrm>
            <a:off x="2634068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8" name="Rectangle 2827"/>
          <p:cNvSpPr/>
          <p:nvPr/>
        </p:nvSpPr>
        <p:spPr>
          <a:xfrm>
            <a:off x="2773116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9" name="Rectangle 2828"/>
          <p:cNvSpPr/>
          <p:nvPr/>
        </p:nvSpPr>
        <p:spPr>
          <a:xfrm>
            <a:off x="2912165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0" name="Rectangle 2829"/>
          <p:cNvSpPr/>
          <p:nvPr/>
        </p:nvSpPr>
        <p:spPr>
          <a:xfrm>
            <a:off x="3051213" y="575157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1" name="Rectangle 2830"/>
          <p:cNvSpPr/>
          <p:nvPr/>
        </p:nvSpPr>
        <p:spPr>
          <a:xfrm>
            <a:off x="3190262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2" name="Rectangle 2831"/>
          <p:cNvSpPr/>
          <p:nvPr/>
        </p:nvSpPr>
        <p:spPr>
          <a:xfrm>
            <a:off x="3329310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3" name="Rectangle 2832"/>
          <p:cNvSpPr/>
          <p:nvPr/>
        </p:nvSpPr>
        <p:spPr>
          <a:xfrm>
            <a:off x="3468358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4" name="Rectangle 2833"/>
          <p:cNvSpPr/>
          <p:nvPr/>
        </p:nvSpPr>
        <p:spPr>
          <a:xfrm>
            <a:off x="3607407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5" name="Rectangle 2834"/>
          <p:cNvSpPr/>
          <p:nvPr/>
        </p:nvSpPr>
        <p:spPr>
          <a:xfrm>
            <a:off x="3746455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6" name="Rectangle 2835"/>
          <p:cNvSpPr/>
          <p:nvPr/>
        </p:nvSpPr>
        <p:spPr>
          <a:xfrm>
            <a:off x="3885504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7" name="Rectangle 2836"/>
          <p:cNvSpPr/>
          <p:nvPr/>
        </p:nvSpPr>
        <p:spPr>
          <a:xfrm>
            <a:off x="4024552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8" name="Rectangle 2837"/>
          <p:cNvSpPr/>
          <p:nvPr/>
        </p:nvSpPr>
        <p:spPr>
          <a:xfrm>
            <a:off x="4163601" y="575157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9" name="Rectangle 2838"/>
          <p:cNvSpPr/>
          <p:nvPr/>
        </p:nvSpPr>
        <p:spPr>
          <a:xfrm>
            <a:off x="4302649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0" name="Rectangle 2839"/>
          <p:cNvSpPr/>
          <p:nvPr/>
        </p:nvSpPr>
        <p:spPr>
          <a:xfrm>
            <a:off x="4441698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1" name="Rectangle 2840"/>
          <p:cNvSpPr/>
          <p:nvPr/>
        </p:nvSpPr>
        <p:spPr>
          <a:xfrm>
            <a:off x="4580746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2" name="Rectangle 2841"/>
          <p:cNvSpPr/>
          <p:nvPr/>
        </p:nvSpPr>
        <p:spPr>
          <a:xfrm>
            <a:off x="4719794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3" name="Rectangle 2842"/>
          <p:cNvSpPr/>
          <p:nvPr/>
        </p:nvSpPr>
        <p:spPr>
          <a:xfrm>
            <a:off x="4858843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4" name="Rectangle 2843"/>
          <p:cNvSpPr/>
          <p:nvPr/>
        </p:nvSpPr>
        <p:spPr>
          <a:xfrm>
            <a:off x="4997891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5" name="Rectangle 2844"/>
          <p:cNvSpPr/>
          <p:nvPr/>
        </p:nvSpPr>
        <p:spPr>
          <a:xfrm>
            <a:off x="5136940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6" name="Rectangle 2845"/>
          <p:cNvSpPr/>
          <p:nvPr/>
        </p:nvSpPr>
        <p:spPr>
          <a:xfrm>
            <a:off x="5275988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7" name="Rectangle 2846"/>
          <p:cNvSpPr/>
          <p:nvPr/>
        </p:nvSpPr>
        <p:spPr>
          <a:xfrm>
            <a:off x="5415037" y="575157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8" name="Rectangle 2847"/>
          <p:cNvSpPr/>
          <p:nvPr/>
        </p:nvSpPr>
        <p:spPr>
          <a:xfrm>
            <a:off x="5554085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9" name="Rectangle 2848"/>
          <p:cNvSpPr/>
          <p:nvPr/>
        </p:nvSpPr>
        <p:spPr>
          <a:xfrm>
            <a:off x="5693133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0" name="Rectangle 2849"/>
          <p:cNvSpPr/>
          <p:nvPr/>
        </p:nvSpPr>
        <p:spPr>
          <a:xfrm>
            <a:off x="5832182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1" name="Rectangle 2850"/>
          <p:cNvSpPr/>
          <p:nvPr/>
        </p:nvSpPr>
        <p:spPr>
          <a:xfrm>
            <a:off x="5971230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2" name="Rectangle 2851"/>
          <p:cNvSpPr/>
          <p:nvPr/>
        </p:nvSpPr>
        <p:spPr>
          <a:xfrm>
            <a:off x="6110279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3" name="Rectangle 2852"/>
          <p:cNvSpPr/>
          <p:nvPr/>
        </p:nvSpPr>
        <p:spPr>
          <a:xfrm>
            <a:off x="6249327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4" name="Rectangle 2853"/>
          <p:cNvSpPr/>
          <p:nvPr/>
        </p:nvSpPr>
        <p:spPr>
          <a:xfrm>
            <a:off x="6388376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5" name="Rectangle 2854"/>
          <p:cNvSpPr/>
          <p:nvPr/>
        </p:nvSpPr>
        <p:spPr>
          <a:xfrm>
            <a:off x="6527424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6" name="Rectangle 2855"/>
          <p:cNvSpPr/>
          <p:nvPr/>
        </p:nvSpPr>
        <p:spPr>
          <a:xfrm>
            <a:off x="6666472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7" name="Rectangle 2856"/>
          <p:cNvSpPr/>
          <p:nvPr/>
        </p:nvSpPr>
        <p:spPr>
          <a:xfrm>
            <a:off x="6805521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8" name="Rectangle 2857"/>
          <p:cNvSpPr/>
          <p:nvPr/>
        </p:nvSpPr>
        <p:spPr>
          <a:xfrm>
            <a:off x="6944569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9" name="Rectangle 2858"/>
          <p:cNvSpPr/>
          <p:nvPr/>
        </p:nvSpPr>
        <p:spPr>
          <a:xfrm>
            <a:off x="7083618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0" name="Rectangle 2859"/>
          <p:cNvSpPr/>
          <p:nvPr/>
        </p:nvSpPr>
        <p:spPr>
          <a:xfrm>
            <a:off x="7222666" y="5751576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1" name="Rectangle 2860"/>
          <p:cNvSpPr/>
          <p:nvPr/>
        </p:nvSpPr>
        <p:spPr>
          <a:xfrm>
            <a:off x="7361715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2" name="Rectangle 2861"/>
          <p:cNvSpPr/>
          <p:nvPr/>
        </p:nvSpPr>
        <p:spPr>
          <a:xfrm>
            <a:off x="7500763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3" name="Rectangle 2862"/>
          <p:cNvSpPr/>
          <p:nvPr/>
        </p:nvSpPr>
        <p:spPr>
          <a:xfrm>
            <a:off x="7639812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4" name="Rectangle 2863"/>
          <p:cNvSpPr/>
          <p:nvPr/>
        </p:nvSpPr>
        <p:spPr>
          <a:xfrm>
            <a:off x="7778860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5" name="Rectangle 2864"/>
          <p:cNvSpPr/>
          <p:nvPr/>
        </p:nvSpPr>
        <p:spPr>
          <a:xfrm>
            <a:off x="7917908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6" name="Rectangle 2865"/>
          <p:cNvSpPr/>
          <p:nvPr/>
        </p:nvSpPr>
        <p:spPr>
          <a:xfrm>
            <a:off x="8056957" y="575157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7" name="Rectangle 2866"/>
          <p:cNvSpPr/>
          <p:nvPr/>
        </p:nvSpPr>
        <p:spPr>
          <a:xfrm>
            <a:off x="8196005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8" name="Rectangle 2867"/>
          <p:cNvSpPr/>
          <p:nvPr/>
        </p:nvSpPr>
        <p:spPr>
          <a:xfrm>
            <a:off x="8335054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9" name="Rectangle 2868"/>
          <p:cNvSpPr/>
          <p:nvPr/>
        </p:nvSpPr>
        <p:spPr>
          <a:xfrm>
            <a:off x="8474102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0" name="Rectangle 2869"/>
          <p:cNvSpPr/>
          <p:nvPr/>
        </p:nvSpPr>
        <p:spPr>
          <a:xfrm>
            <a:off x="8613151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1" name="Rectangle 2870"/>
          <p:cNvSpPr/>
          <p:nvPr/>
        </p:nvSpPr>
        <p:spPr>
          <a:xfrm>
            <a:off x="8752199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2" name="Rectangle 2871"/>
          <p:cNvSpPr/>
          <p:nvPr/>
        </p:nvSpPr>
        <p:spPr>
          <a:xfrm>
            <a:off x="8891247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3" name="Rectangle 2872"/>
          <p:cNvSpPr/>
          <p:nvPr/>
        </p:nvSpPr>
        <p:spPr>
          <a:xfrm>
            <a:off x="9030296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4" name="Rectangle 2873"/>
          <p:cNvSpPr/>
          <p:nvPr/>
        </p:nvSpPr>
        <p:spPr>
          <a:xfrm>
            <a:off x="9169344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5" name="Rectangle 2874"/>
          <p:cNvSpPr/>
          <p:nvPr/>
        </p:nvSpPr>
        <p:spPr>
          <a:xfrm>
            <a:off x="9308393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6" name="Rectangle 2875"/>
          <p:cNvSpPr/>
          <p:nvPr/>
        </p:nvSpPr>
        <p:spPr>
          <a:xfrm>
            <a:off x="9447441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7" name="Rectangle 2876"/>
          <p:cNvSpPr/>
          <p:nvPr/>
        </p:nvSpPr>
        <p:spPr>
          <a:xfrm>
            <a:off x="9586490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8" name="Rectangle 2877"/>
          <p:cNvSpPr/>
          <p:nvPr/>
        </p:nvSpPr>
        <p:spPr>
          <a:xfrm>
            <a:off x="9725538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9" name="Rectangle 2878"/>
          <p:cNvSpPr/>
          <p:nvPr/>
        </p:nvSpPr>
        <p:spPr>
          <a:xfrm>
            <a:off x="9864586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0" name="Rectangle 2879"/>
          <p:cNvSpPr/>
          <p:nvPr/>
        </p:nvSpPr>
        <p:spPr>
          <a:xfrm>
            <a:off x="10003635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1" name="Rectangle 2880"/>
          <p:cNvSpPr/>
          <p:nvPr/>
        </p:nvSpPr>
        <p:spPr>
          <a:xfrm>
            <a:off x="10142683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2" name="Rectangle 2881"/>
          <p:cNvSpPr/>
          <p:nvPr/>
        </p:nvSpPr>
        <p:spPr>
          <a:xfrm>
            <a:off x="10281732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3" name="Rectangle 2882"/>
          <p:cNvSpPr/>
          <p:nvPr/>
        </p:nvSpPr>
        <p:spPr>
          <a:xfrm>
            <a:off x="10420780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4" name="Rectangle 2883"/>
          <p:cNvSpPr/>
          <p:nvPr/>
        </p:nvSpPr>
        <p:spPr>
          <a:xfrm>
            <a:off x="10559829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5" name="Rectangle 2884"/>
          <p:cNvSpPr/>
          <p:nvPr/>
        </p:nvSpPr>
        <p:spPr>
          <a:xfrm>
            <a:off x="10698877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6" name="Rectangle 2885"/>
          <p:cNvSpPr/>
          <p:nvPr/>
        </p:nvSpPr>
        <p:spPr>
          <a:xfrm>
            <a:off x="10837926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7" name="Rectangle 2886"/>
          <p:cNvSpPr/>
          <p:nvPr/>
        </p:nvSpPr>
        <p:spPr>
          <a:xfrm>
            <a:off x="10976974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8" name="Rectangle 2887"/>
          <p:cNvSpPr/>
          <p:nvPr/>
        </p:nvSpPr>
        <p:spPr>
          <a:xfrm>
            <a:off x="11116022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9" name="Rectangle 2888"/>
          <p:cNvSpPr/>
          <p:nvPr/>
        </p:nvSpPr>
        <p:spPr>
          <a:xfrm>
            <a:off x="11255071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0" name="Rectangle 2889"/>
          <p:cNvSpPr/>
          <p:nvPr/>
        </p:nvSpPr>
        <p:spPr>
          <a:xfrm>
            <a:off x="11394119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1" name="Rectangle 2890"/>
          <p:cNvSpPr/>
          <p:nvPr/>
        </p:nvSpPr>
        <p:spPr>
          <a:xfrm>
            <a:off x="11533168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2" name="Rectangle 2891"/>
          <p:cNvSpPr/>
          <p:nvPr/>
        </p:nvSpPr>
        <p:spPr>
          <a:xfrm>
            <a:off x="11672216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3" name="Rectangle 2892"/>
          <p:cNvSpPr/>
          <p:nvPr/>
        </p:nvSpPr>
        <p:spPr>
          <a:xfrm>
            <a:off x="11811265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4" name="Rectangle 2893"/>
          <p:cNvSpPr/>
          <p:nvPr/>
        </p:nvSpPr>
        <p:spPr>
          <a:xfrm>
            <a:off x="11950313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5" name="Rectangle 2894"/>
          <p:cNvSpPr/>
          <p:nvPr/>
        </p:nvSpPr>
        <p:spPr>
          <a:xfrm>
            <a:off x="12089361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6" name="Rectangle 2895"/>
          <p:cNvSpPr/>
          <p:nvPr/>
        </p:nvSpPr>
        <p:spPr>
          <a:xfrm>
            <a:off x="12228410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7" name="Rectangle 2896"/>
          <p:cNvSpPr/>
          <p:nvPr/>
        </p:nvSpPr>
        <p:spPr>
          <a:xfrm>
            <a:off x="12367458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8" name="Rectangle 2897"/>
          <p:cNvSpPr/>
          <p:nvPr/>
        </p:nvSpPr>
        <p:spPr>
          <a:xfrm>
            <a:off x="12506507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9" name="Rectangle 2898"/>
          <p:cNvSpPr/>
          <p:nvPr/>
        </p:nvSpPr>
        <p:spPr>
          <a:xfrm>
            <a:off x="12645555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0" name="Rectangle 2899"/>
          <p:cNvSpPr/>
          <p:nvPr/>
        </p:nvSpPr>
        <p:spPr>
          <a:xfrm>
            <a:off x="12784604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1" name="Rectangle 2900"/>
          <p:cNvSpPr/>
          <p:nvPr/>
        </p:nvSpPr>
        <p:spPr>
          <a:xfrm>
            <a:off x="12923652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2" name="Rectangle 2901"/>
          <p:cNvSpPr/>
          <p:nvPr/>
        </p:nvSpPr>
        <p:spPr>
          <a:xfrm>
            <a:off x="13062700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3" name="Rectangle 2902"/>
          <p:cNvSpPr/>
          <p:nvPr/>
        </p:nvSpPr>
        <p:spPr>
          <a:xfrm>
            <a:off x="13201749" y="575157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4" name="Rectangle 2903"/>
          <p:cNvSpPr/>
          <p:nvPr/>
        </p:nvSpPr>
        <p:spPr>
          <a:xfrm>
            <a:off x="13340797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5" name="Rectangle 2904"/>
          <p:cNvSpPr/>
          <p:nvPr/>
        </p:nvSpPr>
        <p:spPr>
          <a:xfrm>
            <a:off x="13479846" y="5751576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6" name="Rectangle 2905"/>
          <p:cNvSpPr/>
          <p:nvPr/>
        </p:nvSpPr>
        <p:spPr>
          <a:xfrm>
            <a:off x="13618894" y="5751576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7" name="Rectangle 2906"/>
          <p:cNvSpPr/>
          <p:nvPr/>
        </p:nvSpPr>
        <p:spPr>
          <a:xfrm>
            <a:off x="13757943" y="5751576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8" name="Rectangle 2907"/>
          <p:cNvSpPr/>
          <p:nvPr/>
        </p:nvSpPr>
        <p:spPr>
          <a:xfrm>
            <a:off x="13896991" y="5751576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9" name="TextBox 2908"/>
          <p:cNvSpPr txBox="1"/>
          <p:nvPr/>
        </p:nvSpPr>
        <p:spPr>
          <a:xfrm>
            <a:off x="676656" y="5867704"/>
            <a:ext cx="438912" cy="1161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lang="zh-CN">
                <a:solidFill>
                  <a:srgbClr val="666666"/>
                </a:solidFill>
                <a:latin typeface="DejaVu Sans"/>
                <a:ea typeface="Noto Sans CJK SC"/>
              </a:rPr>
              <a:t>31</a:t>
            </a:r>
          </a:p>
        </p:txBody>
      </p:sp>
      <p:sp>
        <p:nvSpPr>
          <p:cNvPr id="2910" name="Rectangle 2909"/>
          <p:cNvSpPr/>
          <p:nvPr/>
        </p:nvSpPr>
        <p:spPr>
          <a:xfrm>
            <a:off x="1243584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1" name="Rectangle 2910"/>
          <p:cNvSpPr/>
          <p:nvPr/>
        </p:nvSpPr>
        <p:spPr>
          <a:xfrm>
            <a:off x="1382632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2" name="Rectangle 2911"/>
          <p:cNvSpPr/>
          <p:nvPr/>
        </p:nvSpPr>
        <p:spPr>
          <a:xfrm>
            <a:off x="1521680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3" name="Rectangle 2912"/>
          <p:cNvSpPr/>
          <p:nvPr/>
        </p:nvSpPr>
        <p:spPr>
          <a:xfrm>
            <a:off x="1660729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4" name="Rectangle 2913"/>
          <p:cNvSpPr/>
          <p:nvPr/>
        </p:nvSpPr>
        <p:spPr>
          <a:xfrm>
            <a:off x="1799777" y="586770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5" name="Rectangle 2914"/>
          <p:cNvSpPr/>
          <p:nvPr/>
        </p:nvSpPr>
        <p:spPr>
          <a:xfrm>
            <a:off x="1938826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6" name="Rectangle 2915"/>
          <p:cNvSpPr/>
          <p:nvPr/>
        </p:nvSpPr>
        <p:spPr>
          <a:xfrm>
            <a:off x="2077874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7" name="Rectangle 2916"/>
          <p:cNvSpPr/>
          <p:nvPr/>
        </p:nvSpPr>
        <p:spPr>
          <a:xfrm>
            <a:off x="2216923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8" name="Rectangle 2917"/>
          <p:cNvSpPr/>
          <p:nvPr/>
        </p:nvSpPr>
        <p:spPr>
          <a:xfrm>
            <a:off x="2355971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9" name="Rectangle 2918"/>
          <p:cNvSpPr/>
          <p:nvPr/>
        </p:nvSpPr>
        <p:spPr>
          <a:xfrm>
            <a:off x="2495019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0" name="Rectangle 2919"/>
          <p:cNvSpPr/>
          <p:nvPr/>
        </p:nvSpPr>
        <p:spPr>
          <a:xfrm>
            <a:off x="2634068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1" name="Rectangle 2920"/>
          <p:cNvSpPr/>
          <p:nvPr/>
        </p:nvSpPr>
        <p:spPr>
          <a:xfrm>
            <a:off x="2773116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2" name="Rectangle 2921"/>
          <p:cNvSpPr/>
          <p:nvPr/>
        </p:nvSpPr>
        <p:spPr>
          <a:xfrm>
            <a:off x="2912165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3" name="Rectangle 2922"/>
          <p:cNvSpPr/>
          <p:nvPr/>
        </p:nvSpPr>
        <p:spPr>
          <a:xfrm>
            <a:off x="3051213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4" name="Rectangle 2923"/>
          <p:cNvSpPr/>
          <p:nvPr/>
        </p:nvSpPr>
        <p:spPr>
          <a:xfrm>
            <a:off x="3190262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5" name="Rectangle 2924"/>
          <p:cNvSpPr/>
          <p:nvPr/>
        </p:nvSpPr>
        <p:spPr>
          <a:xfrm>
            <a:off x="3329310" y="586770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6" name="Rectangle 2925"/>
          <p:cNvSpPr/>
          <p:nvPr/>
        </p:nvSpPr>
        <p:spPr>
          <a:xfrm>
            <a:off x="3468358" y="586770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7" name="Rectangle 2926"/>
          <p:cNvSpPr/>
          <p:nvPr/>
        </p:nvSpPr>
        <p:spPr>
          <a:xfrm>
            <a:off x="3607407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8" name="Rectangle 2927"/>
          <p:cNvSpPr/>
          <p:nvPr/>
        </p:nvSpPr>
        <p:spPr>
          <a:xfrm>
            <a:off x="3746455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9" name="Rectangle 2928"/>
          <p:cNvSpPr/>
          <p:nvPr/>
        </p:nvSpPr>
        <p:spPr>
          <a:xfrm>
            <a:off x="3885504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0" name="Rectangle 2929"/>
          <p:cNvSpPr/>
          <p:nvPr/>
        </p:nvSpPr>
        <p:spPr>
          <a:xfrm>
            <a:off x="4024552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1" name="Rectangle 2930"/>
          <p:cNvSpPr/>
          <p:nvPr/>
        </p:nvSpPr>
        <p:spPr>
          <a:xfrm>
            <a:off x="4163601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2" name="Rectangle 2931"/>
          <p:cNvSpPr/>
          <p:nvPr/>
        </p:nvSpPr>
        <p:spPr>
          <a:xfrm>
            <a:off x="4302649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3" name="Rectangle 2932"/>
          <p:cNvSpPr/>
          <p:nvPr/>
        </p:nvSpPr>
        <p:spPr>
          <a:xfrm>
            <a:off x="4441698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4" name="Rectangle 2933"/>
          <p:cNvSpPr/>
          <p:nvPr/>
        </p:nvSpPr>
        <p:spPr>
          <a:xfrm>
            <a:off x="4580746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5" name="Rectangle 2934"/>
          <p:cNvSpPr/>
          <p:nvPr/>
        </p:nvSpPr>
        <p:spPr>
          <a:xfrm>
            <a:off x="4719794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6" name="Rectangle 2935"/>
          <p:cNvSpPr/>
          <p:nvPr/>
        </p:nvSpPr>
        <p:spPr>
          <a:xfrm>
            <a:off x="4858843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7" name="Rectangle 2936"/>
          <p:cNvSpPr/>
          <p:nvPr/>
        </p:nvSpPr>
        <p:spPr>
          <a:xfrm>
            <a:off x="4997891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8" name="Rectangle 2937"/>
          <p:cNvSpPr/>
          <p:nvPr/>
        </p:nvSpPr>
        <p:spPr>
          <a:xfrm>
            <a:off x="5136940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9" name="Rectangle 2938"/>
          <p:cNvSpPr/>
          <p:nvPr/>
        </p:nvSpPr>
        <p:spPr>
          <a:xfrm>
            <a:off x="5275988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0" name="Rectangle 2939"/>
          <p:cNvSpPr/>
          <p:nvPr/>
        </p:nvSpPr>
        <p:spPr>
          <a:xfrm>
            <a:off x="5415037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1" name="Rectangle 2940"/>
          <p:cNvSpPr/>
          <p:nvPr/>
        </p:nvSpPr>
        <p:spPr>
          <a:xfrm>
            <a:off x="5554085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2" name="Rectangle 2941"/>
          <p:cNvSpPr/>
          <p:nvPr/>
        </p:nvSpPr>
        <p:spPr>
          <a:xfrm>
            <a:off x="5693133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3" name="Rectangle 2942"/>
          <p:cNvSpPr/>
          <p:nvPr/>
        </p:nvSpPr>
        <p:spPr>
          <a:xfrm>
            <a:off x="5832182" y="586770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4" name="Rectangle 2943"/>
          <p:cNvSpPr/>
          <p:nvPr/>
        </p:nvSpPr>
        <p:spPr>
          <a:xfrm>
            <a:off x="5971230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5" name="Rectangle 2944"/>
          <p:cNvSpPr/>
          <p:nvPr/>
        </p:nvSpPr>
        <p:spPr>
          <a:xfrm>
            <a:off x="6110279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6" name="Rectangle 2945"/>
          <p:cNvSpPr/>
          <p:nvPr/>
        </p:nvSpPr>
        <p:spPr>
          <a:xfrm>
            <a:off x="6249327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7" name="Rectangle 2946"/>
          <p:cNvSpPr/>
          <p:nvPr/>
        </p:nvSpPr>
        <p:spPr>
          <a:xfrm>
            <a:off x="6388376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8" name="Rectangle 2947"/>
          <p:cNvSpPr/>
          <p:nvPr/>
        </p:nvSpPr>
        <p:spPr>
          <a:xfrm>
            <a:off x="6527424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9" name="Rectangle 2948"/>
          <p:cNvSpPr/>
          <p:nvPr/>
        </p:nvSpPr>
        <p:spPr>
          <a:xfrm>
            <a:off x="6666472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0" name="Rectangle 2949"/>
          <p:cNvSpPr/>
          <p:nvPr/>
        </p:nvSpPr>
        <p:spPr>
          <a:xfrm>
            <a:off x="6805521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1" name="Rectangle 2950"/>
          <p:cNvSpPr/>
          <p:nvPr/>
        </p:nvSpPr>
        <p:spPr>
          <a:xfrm>
            <a:off x="6944569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2" name="Rectangle 2951"/>
          <p:cNvSpPr/>
          <p:nvPr/>
        </p:nvSpPr>
        <p:spPr>
          <a:xfrm>
            <a:off x="7083618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3" name="Rectangle 2952"/>
          <p:cNvSpPr/>
          <p:nvPr/>
        </p:nvSpPr>
        <p:spPr>
          <a:xfrm>
            <a:off x="7222666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4" name="Rectangle 2953"/>
          <p:cNvSpPr/>
          <p:nvPr/>
        </p:nvSpPr>
        <p:spPr>
          <a:xfrm>
            <a:off x="7361715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5" name="Rectangle 2954"/>
          <p:cNvSpPr/>
          <p:nvPr/>
        </p:nvSpPr>
        <p:spPr>
          <a:xfrm>
            <a:off x="7500763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6" name="Rectangle 2955"/>
          <p:cNvSpPr/>
          <p:nvPr/>
        </p:nvSpPr>
        <p:spPr>
          <a:xfrm>
            <a:off x="7639812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7" name="Rectangle 2956"/>
          <p:cNvSpPr/>
          <p:nvPr/>
        </p:nvSpPr>
        <p:spPr>
          <a:xfrm>
            <a:off x="7778860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8" name="Rectangle 2957"/>
          <p:cNvSpPr/>
          <p:nvPr/>
        </p:nvSpPr>
        <p:spPr>
          <a:xfrm>
            <a:off x="7917908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9" name="Rectangle 2958"/>
          <p:cNvSpPr/>
          <p:nvPr/>
        </p:nvSpPr>
        <p:spPr>
          <a:xfrm>
            <a:off x="8056957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0" name="Rectangle 2959"/>
          <p:cNvSpPr/>
          <p:nvPr/>
        </p:nvSpPr>
        <p:spPr>
          <a:xfrm>
            <a:off x="8196005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1" name="Rectangle 2960"/>
          <p:cNvSpPr/>
          <p:nvPr/>
        </p:nvSpPr>
        <p:spPr>
          <a:xfrm>
            <a:off x="8335054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2" name="Rectangle 2961"/>
          <p:cNvSpPr/>
          <p:nvPr/>
        </p:nvSpPr>
        <p:spPr>
          <a:xfrm>
            <a:off x="8474102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3" name="Rectangle 2962"/>
          <p:cNvSpPr/>
          <p:nvPr/>
        </p:nvSpPr>
        <p:spPr>
          <a:xfrm>
            <a:off x="8613151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4" name="Rectangle 2963"/>
          <p:cNvSpPr/>
          <p:nvPr/>
        </p:nvSpPr>
        <p:spPr>
          <a:xfrm>
            <a:off x="8752199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5" name="Rectangle 2964"/>
          <p:cNvSpPr/>
          <p:nvPr/>
        </p:nvSpPr>
        <p:spPr>
          <a:xfrm>
            <a:off x="8891247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6" name="Rectangle 2965"/>
          <p:cNvSpPr/>
          <p:nvPr/>
        </p:nvSpPr>
        <p:spPr>
          <a:xfrm>
            <a:off x="9030296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7" name="Rectangle 2966"/>
          <p:cNvSpPr/>
          <p:nvPr/>
        </p:nvSpPr>
        <p:spPr>
          <a:xfrm>
            <a:off x="9169344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8" name="Rectangle 2967"/>
          <p:cNvSpPr/>
          <p:nvPr/>
        </p:nvSpPr>
        <p:spPr>
          <a:xfrm>
            <a:off x="9308393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9" name="Rectangle 2968"/>
          <p:cNvSpPr/>
          <p:nvPr/>
        </p:nvSpPr>
        <p:spPr>
          <a:xfrm>
            <a:off x="9447441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0" name="Rectangle 2969"/>
          <p:cNvSpPr/>
          <p:nvPr/>
        </p:nvSpPr>
        <p:spPr>
          <a:xfrm>
            <a:off x="9586490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1" name="Rectangle 2970"/>
          <p:cNvSpPr/>
          <p:nvPr/>
        </p:nvSpPr>
        <p:spPr>
          <a:xfrm>
            <a:off x="9725538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2" name="Rectangle 2971"/>
          <p:cNvSpPr/>
          <p:nvPr/>
        </p:nvSpPr>
        <p:spPr>
          <a:xfrm>
            <a:off x="9864586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3" name="Rectangle 2972"/>
          <p:cNvSpPr/>
          <p:nvPr/>
        </p:nvSpPr>
        <p:spPr>
          <a:xfrm>
            <a:off x="10003635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4" name="Rectangle 2973"/>
          <p:cNvSpPr/>
          <p:nvPr/>
        </p:nvSpPr>
        <p:spPr>
          <a:xfrm>
            <a:off x="10142683" y="586770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5" name="Rectangle 2974"/>
          <p:cNvSpPr/>
          <p:nvPr/>
        </p:nvSpPr>
        <p:spPr>
          <a:xfrm>
            <a:off x="10281732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6" name="Rectangle 2975"/>
          <p:cNvSpPr/>
          <p:nvPr/>
        </p:nvSpPr>
        <p:spPr>
          <a:xfrm>
            <a:off x="10420780" y="586770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7" name="Rectangle 2976"/>
          <p:cNvSpPr/>
          <p:nvPr/>
        </p:nvSpPr>
        <p:spPr>
          <a:xfrm>
            <a:off x="10559829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8" name="Rectangle 2977"/>
          <p:cNvSpPr/>
          <p:nvPr/>
        </p:nvSpPr>
        <p:spPr>
          <a:xfrm>
            <a:off x="10698877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9" name="Rectangle 2978"/>
          <p:cNvSpPr/>
          <p:nvPr/>
        </p:nvSpPr>
        <p:spPr>
          <a:xfrm>
            <a:off x="10837926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0" name="Rectangle 2979"/>
          <p:cNvSpPr/>
          <p:nvPr/>
        </p:nvSpPr>
        <p:spPr>
          <a:xfrm>
            <a:off x="10976974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1" name="Rectangle 2980"/>
          <p:cNvSpPr/>
          <p:nvPr/>
        </p:nvSpPr>
        <p:spPr>
          <a:xfrm>
            <a:off x="11116022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2" name="Rectangle 2981"/>
          <p:cNvSpPr/>
          <p:nvPr/>
        </p:nvSpPr>
        <p:spPr>
          <a:xfrm>
            <a:off x="11255071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3" name="Rectangle 2982"/>
          <p:cNvSpPr/>
          <p:nvPr/>
        </p:nvSpPr>
        <p:spPr>
          <a:xfrm>
            <a:off x="11394119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4" name="Rectangle 2983"/>
          <p:cNvSpPr/>
          <p:nvPr/>
        </p:nvSpPr>
        <p:spPr>
          <a:xfrm>
            <a:off x="11533168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5" name="Rectangle 2984"/>
          <p:cNvSpPr/>
          <p:nvPr/>
        </p:nvSpPr>
        <p:spPr>
          <a:xfrm>
            <a:off x="11672216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6" name="Rectangle 2985"/>
          <p:cNvSpPr/>
          <p:nvPr/>
        </p:nvSpPr>
        <p:spPr>
          <a:xfrm>
            <a:off x="11811265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7" name="Rectangle 2986"/>
          <p:cNvSpPr/>
          <p:nvPr/>
        </p:nvSpPr>
        <p:spPr>
          <a:xfrm>
            <a:off x="11950313" y="5867704"/>
            <a:ext cx="133562" cy="99669"/>
          </a:xfrm>
          <a:prstGeom prst="rect">
            <a:avLst/>
          </a:prstGeom>
          <a:solidFill>
            <a:srgbClr val="69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8" name="Rectangle 2987"/>
          <p:cNvSpPr/>
          <p:nvPr/>
        </p:nvSpPr>
        <p:spPr>
          <a:xfrm>
            <a:off x="12089361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9" name="Rectangle 2988"/>
          <p:cNvSpPr/>
          <p:nvPr/>
        </p:nvSpPr>
        <p:spPr>
          <a:xfrm>
            <a:off x="12228410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0" name="Rectangle 2989"/>
          <p:cNvSpPr/>
          <p:nvPr/>
        </p:nvSpPr>
        <p:spPr>
          <a:xfrm>
            <a:off x="12367458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1" name="Rectangle 2990"/>
          <p:cNvSpPr/>
          <p:nvPr/>
        </p:nvSpPr>
        <p:spPr>
          <a:xfrm>
            <a:off x="12506507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2" name="Rectangle 2991"/>
          <p:cNvSpPr/>
          <p:nvPr/>
        </p:nvSpPr>
        <p:spPr>
          <a:xfrm>
            <a:off x="12645555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3" name="Rectangle 2992"/>
          <p:cNvSpPr/>
          <p:nvPr/>
        </p:nvSpPr>
        <p:spPr>
          <a:xfrm>
            <a:off x="12784604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4" name="Rectangle 2993"/>
          <p:cNvSpPr/>
          <p:nvPr/>
        </p:nvSpPr>
        <p:spPr>
          <a:xfrm>
            <a:off x="12923652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5" name="Rectangle 2994"/>
          <p:cNvSpPr/>
          <p:nvPr/>
        </p:nvSpPr>
        <p:spPr>
          <a:xfrm>
            <a:off x="13062700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6" name="Rectangle 2995"/>
          <p:cNvSpPr/>
          <p:nvPr/>
        </p:nvSpPr>
        <p:spPr>
          <a:xfrm>
            <a:off x="13201749" y="5867704"/>
            <a:ext cx="133562" cy="99669"/>
          </a:xfrm>
          <a:prstGeom prst="rect">
            <a:avLst/>
          </a:prstGeom>
          <a:solidFill>
            <a:srgbClr val="A5B9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7" name="Rectangle 2996"/>
          <p:cNvSpPr/>
          <p:nvPr/>
        </p:nvSpPr>
        <p:spPr>
          <a:xfrm>
            <a:off x="13340797" y="5867704"/>
            <a:ext cx="133562" cy="99669"/>
          </a:xfrm>
          <a:prstGeom prst="rect">
            <a:avLst/>
          </a:prstGeom>
          <a:solidFill>
            <a:srgbClr val="6196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8" name="Rectangle 2997"/>
          <p:cNvSpPr/>
          <p:nvPr/>
        </p:nvSpPr>
        <p:spPr>
          <a:xfrm>
            <a:off x="13479846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9" name="Rectangle 2998"/>
          <p:cNvSpPr/>
          <p:nvPr/>
        </p:nvSpPr>
        <p:spPr>
          <a:xfrm>
            <a:off x="13618894" y="5867704"/>
            <a:ext cx="133562" cy="99669"/>
          </a:xfrm>
          <a:prstGeom prst="rect">
            <a:avLst/>
          </a:prstGeom>
          <a:solidFill>
            <a:srgbClr val="C8A1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0" name="Rectangle 2999"/>
          <p:cNvSpPr/>
          <p:nvPr/>
        </p:nvSpPr>
        <p:spPr>
          <a:xfrm>
            <a:off x="13757943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1" name="Rectangle 3000"/>
          <p:cNvSpPr/>
          <p:nvPr/>
        </p:nvSpPr>
        <p:spPr>
          <a:xfrm>
            <a:off x="13896991" y="5867704"/>
            <a:ext cx="133562" cy="99669"/>
          </a:xfrm>
          <a:prstGeom prst="rect">
            <a:avLst/>
          </a:prstGeom>
          <a:solidFill>
            <a:srgbClr val="7FB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2" name="TextBox 3001"/>
          <p:cNvSpPr txBox="1"/>
          <p:nvPr/>
        </p:nvSpPr>
        <p:spPr>
          <a:xfrm>
            <a:off x="612648" y="6327648"/>
            <a:ext cx="133502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相同配额，各卡独立乱序；相同画像会多次出现，但没有重复固定的小循环。</a:t>
            </a:r>
          </a:p>
        </p:txBody>
      </p:sp>
      <p:sp>
        <p:nvSpPr>
          <p:cNvPr id="3003" name="TextBox 3002"/>
          <p:cNvSpPr txBox="1"/>
          <p:nvPr/>
        </p:nvSpPr>
        <p:spPr>
          <a:xfrm>
            <a:off x="612648" y="682142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完整列表一次shuffle：Random(seed + NPU编号 × 100003)，本页seed=7；32条完整顺序各不相同。</a:t>
            </a:r>
          </a:p>
        </p:txBody>
      </p:sp>
      <p:sp>
        <p:nvSpPr>
          <p:cNvPr id="3004" name="TextBox 3003"/>
          <p:cNvSpPr txBox="1"/>
          <p:nvPr/>
        </p:nvSpPr>
        <p:spPr>
          <a:xfrm>
            <a:off x="612648" y="7333488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这是输入位置图，各格的实际计算时长不同。所有请求t=0入队，固定分卡策略按各卡序列执行。</a:t>
            </a:r>
          </a:p>
        </p:txBody>
      </p:sp>
      <p:sp>
        <p:nvSpPr>
          <p:cNvPr id="3005" name="TextBox 3004"/>
          <p:cNvSpPr txBox="1"/>
          <p:nvPr/>
        </p:nvSpPr>
        <p:spPr>
          <a:xfrm>
            <a:off x="612648" y="7589519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S1–S3 pipeline还会重新分配NPU。完整原始输入和逐条顺序CSV随报告保存；频率与到达并非生产trace。</a:t>
            </a:r>
          </a:p>
        </p:txBody>
      </p:sp>
      <p:sp>
        <p:nvSpPr>
          <p:cNvPr id="3006" name="TextBox 3005"/>
          <p:cNvSpPr txBox="1"/>
          <p:nvPr/>
        </p:nvSpPr>
        <p:spPr>
          <a:xfrm>
            <a:off x="13761720" y="7863840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Noto Sans CJK SC"/>
                <a:ea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96%的整机平均，掩盖了哪些请求？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相同V38种子7：整机U取[1,2]秒；下表逐类指标覆盖同一批完整请求，保留长流和变差的画像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91056"/>
            <a:ext cx="133502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222222"/>
                </a:solidFill>
                <a:latin typeface="Noto Sans CJK SC"/>
                <a:ea typeface="Noto Sans CJK SC"/>
              </a:rPr>
              <a:t>逐类计算占比 = 该类纯计算总时间 / 该类接纳至完成总历时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39696"/>
            <a:ext cx="13441680" cy="5943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221991"/>
            <a:ext cx="2432304" cy="4297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序列长度 / NQL · 类别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2221991"/>
            <a:ext cx="1517904" cy="4297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C时间权重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7" y="2221991"/>
            <a:ext cx="2066543" cy="4297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Baseline计算占比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9207" y="2221991"/>
            <a:ext cx="2066543" cy="4297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New Once计算占比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5207" y="2221991"/>
            <a:ext cx="2020824" cy="4297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Baseline SLO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5487" y="2221991"/>
            <a:ext cx="2020824" cy="4297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New Once SLO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807208"/>
            <a:ext cx="24323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32K / 128 · 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807208"/>
            <a:ext cx="15179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4.32%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2807208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57.80%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7" y="2807208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007D78"/>
                </a:solidFill>
                <a:latin typeface="DejaVu Sans"/>
                <a:ea typeface="Noto Sans CJK SC"/>
              </a:rPr>
              <a:t>92.45%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7" y="2807208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483/896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5487" y="2807208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870/896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287268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364991"/>
            <a:ext cx="24323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48K / 256 · 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364991"/>
            <a:ext cx="15179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9.79%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7" y="3364991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86.93%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7" y="3364991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007D78"/>
                </a:solidFill>
                <a:latin typeface="DejaVu Sans"/>
                <a:ea typeface="Noto Sans CJK SC"/>
              </a:rPr>
              <a:t>99.49%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7" y="3364991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817/896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5487" y="3364991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894/896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45052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922776"/>
            <a:ext cx="24323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64K / 512 · SL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5848" y="3922776"/>
            <a:ext cx="15179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23.43%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7" y="3922776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98.26%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7" y="3922776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A85A22"/>
                </a:solidFill>
                <a:latin typeface="DejaVu Sans"/>
                <a:ea typeface="Noto Sans CJK SC"/>
              </a:rPr>
              <a:t>86.53%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207" y="3922776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896/896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05487" y="3922776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808/896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402836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480560"/>
            <a:ext cx="24323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1024 · 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4480560"/>
            <a:ext cx="15179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8.94%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7" y="4480560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98.81%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7" y="4480560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A85A22"/>
                </a:solidFill>
                <a:latin typeface="DejaVu Sans"/>
                <a:ea typeface="Noto Sans CJK SC"/>
              </a:rPr>
              <a:t>97.62%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7" y="4480560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64/64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905487" y="4480560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64/64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960620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038344"/>
            <a:ext cx="24323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 / 2048 · 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5038344"/>
            <a:ext cx="151790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53.51%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3207" y="5038344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99.51%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9207" y="5038344"/>
            <a:ext cx="2066543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A85A22"/>
                </a:solidFill>
                <a:latin typeface="DejaVu Sans"/>
                <a:ea typeface="Noto Sans CJK SC"/>
              </a:rPr>
              <a:t>99.17%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5207" y="5038344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192/192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05487" y="5038344"/>
            <a:ext cx="2020824" cy="411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DejaVu Sans"/>
                <a:ea typeface="Noto Sans CJK SC"/>
              </a:rPr>
              <a:t>192/192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518404"/>
            <a:ext cx="13441680" cy="45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46120" y="2139696"/>
            <a:ext cx="3657" cy="3383279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83479" y="2139696"/>
            <a:ext cx="3657" cy="3383279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79" y="2139696"/>
            <a:ext cx="3657" cy="3383279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55480" y="2139696"/>
            <a:ext cx="3657" cy="3383279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95759" y="2139696"/>
            <a:ext cx="3657" cy="3383279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" y="5907024"/>
            <a:ext cx="1335024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192K两类占62.45%的纯计算时间；最短32K/128仅占4.32%，其等待容易被整体平均掩盖。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6519672"/>
            <a:ext cx="13350240" cy="3383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222222"/>
                </a:solidFill>
                <a:latin typeface="Noto Sans CJK SC"/>
                <a:ea typeface="Noto Sans CJK SC"/>
              </a:rPr>
              <a:t>New Once更好地保护前两类，但64K/512和长类的计算占比下降；不能概括为所有请求都更快。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7333488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SLO：接纳至完成 ≤ 1.5 × 自身8层纯计算时间；不含接纳前排队。64K/NQL512属于SL，短组并非全属SS。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7589519"/>
            <a:ext cx="130759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另一组三种严格SS的两种子复核也发现等待，详见完整研究报告；本页不把不同人口的结果混合平均。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61720" y="7863840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Noto Sans CJK SC"/>
                <a:ea typeface="Noto Sans CJK S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混合输入下的NPU利用率与QoS策略</dc:title>
  <dc:subject>已有实验的六页可编辑报告：策略对照、实际输入与请求服务质量</dc:subject>
  <dc:creator>QoS Storage Simulation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