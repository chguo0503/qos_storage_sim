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"metrics": [</a:t>
            </a:r>
          </a:p>
          <a:p>
            <a:r>
              <a:t>    {</a:t>
            </a:r>
          </a:p>
          <a:p>
            <a:r>
              <a:t>      "policy": "baseline",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74.53009021220693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"baseline",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80.29173224873983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"baseline",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95.71714666484084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"baseline",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96.23487940217214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"once",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"once",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90.67741308536067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"once",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"once",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96.36461894249906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"new_once",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91.88512291983655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"new_once",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91.62036820289843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"new_once",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98.41292996881627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"new_once",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97.67551464716135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"strategy1_pipeline",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"strategy1_pipeline",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93.47768293677524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"strategy1_pipeline",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"strategy1_pipeline",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95.6751191101508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"strategy2_pipeline",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"strategy2_pipeline",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92.85148407536067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"strategy2_pipeline",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"strategy2_pipeline",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95.09201805082583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"strategy3_pipeline",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"strategy3_pipeline",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93.97666248098699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"strategy3_pipeline",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"strategy3_pipeline",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94.94023247602968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"strategy3_fixed",</a:t>
            </a:r>
          </a:p>
          <a:p>
            <a:r>
              <a:t>      "case": "A6",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"strategy3_fixed",</a:t>
            </a:r>
          </a:p>
          <a:p>
            <a:r>
              <a:t>      "case": "E72",</a:t>
            </a:r>
          </a:p>
          <a:p>
            <a:r>
              <a:t>      "num_ssu": 8,</a:t>
            </a:r>
          </a:p>
          <a:p>
            <a:r>
              <a:t>      "U1_percent": 90.17060772304734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"strategy3_fixed",</a:t>
            </a:r>
          </a:p>
          <a:p>
            <a:r>
              <a:t>      "case": "B6",</a:t>
            </a:r>
          </a:p>
          <a:p>
            <a:r>
              <a:t>      "num_ssu": 6,</a:t>
            </a:r>
          </a:p>
          <a:p>
            <a:r>
              <a:t>      "U1_percent":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"policy": "strategy3_fixed",</a:t>
            </a:r>
          </a:p>
          <a:p>
            <a:r>
              <a:t>      "case": "V38",</a:t>
            </a:r>
          </a:p>
          <a:p>
            <a:r>
              <a:t>      "num_ssu": 8,</a:t>
            </a:r>
          </a:p>
          <a:p>
            <a:r>
              <a:t>      "U1_percent": 97.83155422192516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"sources": {</a:t>
            </a:r>
          </a:p>
          <a:p>
            <a:r>
              <a:t>    "results/baseline_npu32_investigation/final_verification.json": "03e29a224d4b922328fd491b5ff1477e817f17aa2ff48385b3454a721c1ae156",</a:t>
            </a:r>
          </a:p>
          <a:p>
            <a:r>
              <a:t>    "data": "fd197b79865b4c1f42d400100c5e05349ca1ba5f2d42b904af8a1759aabeb04b",</a:t>
            </a:r>
          </a:p>
          <a:p>
            <a:r>
              <a:t>    "results/baseline_npu32_investigation/mixed_varied/inputs/raw_size_varied_rho097_seed7.json.gz": "218df989dc5b4d0f1e3adce984f225adb5210f71f27d88e70b9ba99d9a1bcd67",</a:t>
            </a:r>
          </a:p>
          <a:p>
            <a:r>
              <a:t>    "results/baseline_npu32_investigation/mixed_varied/inputs/aligned_short072_seed7.json.gz": "8e2d38489244995d319038940a27d815b1b01cc921a5e143d273edd3df6f850b",</a:t>
            </a:r>
          </a:p>
          <a:p>
            <a:r>
              <a:t>    "results/baseline_npu32_investigation/mixed_six_ssu/inputs/aligned_short080_ssu6_seed7.json.gz": "4c3ef37b47ab5e92191ac4da5fad2197156ddf34faf11c3885f0bd8d05ec5fd4",</a:t>
            </a:r>
          </a:p>
          <a:p>
            <a:r>
              <a:t>    "results/baseline_npu32_investigation/mixed_six_ssu/inputs/raw_size_varied_ssu6_seed7.json.gz": "66edca1f7013d3e642f64e2f185df2bfe9903284171fcdb90f183c4855de773a",</a:t>
            </a:r>
          </a:p>
          <a:p>
            <a:r>
              <a:t>    "results/baseline_npu32_investigation/notes/mixed_policy_audit/runs.csv": "aa0d43c9f8c64ff48ede06a00a36207bcabcebdac8a5563f1f00c9962a57dbfe",</a:t>
            </a:r>
          </a:p>
          <a:p>
            <a:r>
              <a:t>    "results/baseline_npu32_investigation/mixed_six_ssu/analysis/windows.csv": "5677fd39cef3b57f5fee205af7aac5180a032ee900a1e007d97f8453f74e4893",</a:t>
            </a:r>
          </a:p>
          <a:p>
            <a:r>
              <a:t>    "results/baseline_npu32_investigation/notes/mixed_policy_audit/profiles.csv": "1a9afe9b6fcdfbd656e7abdb0fbd4ede96a71048383161bbac59bbf1b3b350c7"</a:t>
            </a:r>
          </a:p>
          <a:p>
            <a:r>
              <a:t>  },</a:t>
            </a:r>
          </a:p>
          <a:p>
            <a:r>
              <a:t>  "input_profiles": {</a:t>
            </a:r>
          </a:p>
          <a:p>
            <a:r>
              <a:t>    "A6": [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128,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0.5279088447555552,</a:t>
            </a:r>
          </a:p>
          <a:p>
            <a:r>
              <a:t>        "V_MiB_per_layer": 1.203125,</a:t>
            </a:r>
          </a:p>
          <a:p>
            <a:r>
              <a:t>        "requests_per_npu": 195,</a:t>
            </a:r>
          </a:p>
          <a:p>
            <a:r>
              <a:t>        "requests_total": 6240,</a:t>
            </a:r>
          </a:p>
          <a:p>
            <a:r>
              <a:t>        "request_fraction": 0.32663316582914576,</a:t>
            </a:r>
          </a:p>
          <a:p>
            <a:r>
              <a:t>        "compute_fraction": 0.1984240331622796,</a:t>
            </a:r>
          </a:p>
          <a:p>
            <a:r>
              <a:t>        "direct_data_row": false,</a:t>
            </a:r>
          </a:p>
          <a:p>
            <a:r>
              <a:t>        "color": "6196B8"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256,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0.697245498420034,</a:t>
            </a:r>
          </a:p>
          <a:p>
            <a:r>
              <a:t>        "V_MiB_per_layer": 1.03125,</a:t>
            </a:r>
          </a:p>
          <a:p>
            <a:r>
              <a:t>        "requests_per_npu": 195,</a:t>
            </a:r>
          </a:p>
          <a:p>
            <a:r>
              <a:t>        "requests_total": 6240,</a:t>
            </a:r>
          </a:p>
          <a:p>
            <a:r>
              <a:t>        "request_fraction": 0.32663316582914576,</a:t>
            </a:r>
          </a:p>
          <a:p>
            <a:r>
              <a:t>        "compute_fraction": 0.26207225977585047,</a:t>
            </a:r>
          </a:p>
          <a:p>
            <a:r>
              <a:t>        "direct_data_row": false,</a:t>
            </a:r>
          </a:p>
          <a:p>
            <a:r>
              <a:t>        "color": "7FB7AE"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384,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0.8994548097364616,</a:t>
            </a:r>
          </a:p>
          <a:p>
            <a:r>
              <a:t>        "V_MiB_per_layer": 0.859375,</a:t>
            </a:r>
          </a:p>
          <a:p>
            <a:r>
              <a:t>        "requests_per_npu": 195,</a:t>
            </a:r>
          </a:p>
          <a:p>
            <a:r>
              <a:t>        "requests_total": 6240,</a:t>
            </a:r>
          </a:p>
          <a:p>
            <a:r>
              <a:t>        "request_fraction": 0.32663316582914576,</a:t>
            </a:r>
          </a:p>
          <a:p>
            <a:r>
              <a:t>        "compute_fraction": 0.3380762659465585,</a:t>
            </a:r>
          </a:p>
          <a:p>
            <a:r>
              <a:t>        "direct_data_row": false,</a:t>
            </a:r>
          </a:p>
          <a:p>
            <a:r>
              <a:t>        "color": "A5B98A"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256,</a:t>
            </a:r>
          </a:p>
          <a:p>
            <a:r>
              <a:t>        "category": "LS",</a:t>
            </a:r>
          </a:p>
          <a:p>
            <a:r>
              <a:t>        "role": "long",</a:t>
            </a:r>
          </a:p>
          <a:p>
            <a:r>
              <a:t>        "C_ms_per_layer": 8.708365857991268,</a:t>
            </a:r>
          </a:p>
          <a:p>
            <a:r>
              <a:t>        "V_MiB_per_layer": 263.65625,</a:t>
            </a:r>
          </a:p>
          <a:p>
            <a:r>
              <a:t>        "requests_per_npu": 12,</a:t>
            </a:r>
          </a:p>
          <a:p>
            <a:r>
              <a:t>        "requests_total": 384,</a:t>
            </a:r>
          </a:p>
          <a:p>
            <a:r>
              <a:t>        "request_fraction": 0.020100502512562814,</a:t>
            </a:r>
          </a:p>
          <a:p>
            <a:r>
              <a:t>        "compute_fraction": 0.20142744111530944,</a:t>
            </a:r>
          </a:p>
          <a:p>
            <a:r>
              <a:t>        "direct_data_row": true,</a:t>
            </a:r>
          </a:p>
          <a:p>
            <a:r>
              <a:t>        "color": "C8A16A"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"E72": [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128,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0.5279088447555552,</a:t>
            </a:r>
          </a:p>
          <a:p>
            <a:r>
              <a:t>        "V_MiB_per_layer": 1.203125,</a:t>
            </a:r>
          </a:p>
          <a:p>
            <a:r>
              <a:t>        "requests_per_npu": 188,</a:t>
            </a:r>
          </a:p>
          <a:p>
            <a:r>
              <a:t>        "requests_total": 6016,</a:t>
            </a:r>
          </a:p>
          <a:p>
            <a:r>
              <a:t>        "request_fraction": 0.3230240549828179,</a:t>
            </a:r>
          </a:p>
          <a:p>
            <a:r>
              <a:t>        "compute_fraction": 0.17844471070318849,</a:t>
            </a:r>
          </a:p>
          <a:p>
            <a:r>
              <a:t>        "direct_data_row": false,</a:t>
            </a:r>
          </a:p>
          <a:p>
            <a:r>
              <a:t>        "color": "6196B8"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256,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0.697245498420034,</a:t>
            </a:r>
          </a:p>
          <a:p>
            <a:r>
              <a:t>        "V_MiB_per_layer": 1.03125,</a:t>
            </a:r>
          </a:p>
          <a:p>
            <a:r>
              <a:t>        "requests_per_npu": 188,</a:t>
            </a:r>
          </a:p>
          <a:p>
            <a:r>
              <a:t>        "requests_total": 6016,</a:t>
            </a:r>
          </a:p>
          <a:p>
            <a:r>
              <a:t>        "request_fraction": 0.3230240549828179,</a:t>
            </a:r>
          </a:p>
          <a:p>
            <a:r>
              <a:t>        "compute_fraction": 0.23568419527480206,</a:t>
            </a:r>
          </a:p>
          <a:p>
            <a:r>
              <a:t>        "direct_data_row": false,</a:t>
            </a:r>
          </a:p>
          <a:p>
            <a:r>
              <a:t>        "color": "7FB7AE"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1,</a:t>
            </a:r>
          </a:p>
          <a:p>
            <a:r>
              <a:t>        "nql": 384,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0.8994548097364616,</a:t>
            </a:r>
          </a:p>
          <a:p>
            <a:r>
              <a:t>        "V_MiB_per_layer": 0.859375,</a:t>
            </a:r>
          </a:p>
          <a:p>
            <a:r>
              <a:t>        "requests_per_npu": 188,</a:t>
            </a:r>
          </a:p>
          <a:p>
            <a:r>
              <a:t>        "requests_total": 6016,</a:t>
            </a:r>
          </a:p>
          <a:p>
            <a:r>
              <a:t>        "request_fraction": 0.3230240549828179,</a:t>
            </a:r>
          </a:p>
          <a:p>
            <a:r>
              <a:t>        "compute_fraction": 0.3040353555514574,</a:t>
            </a:r>
          </a:p>
          <a:p>
            <a:r>
              <a:t>        "direct_data_row": false,</a:t>
            </a:r>
          </a:p>
          <a:p>
            <a:r>
              <a:t>        "color": "A5B98A"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256,</a:t>
            </a:r>
          </a:p>
          <a:p>
            <a:r>
              <a:t>        "category": "LS",</a:t>
            </a:r>
          </a:p>
          <a:p>
            <a:r>
              <a:t>        "role": "long",</a:t>
            </a:r>
          </a:p>
          <a:p>
            <a:r>
              <a:t>        "C_ms_per_layer": 8.708365857991268,</a:t>
            </a:r>
          </a:p>
          <a:p>
            <a:r>
              <a:t>        "V_MiB_per_layer": 263.65625,</a:t>
            </a:r>
          </a:p>
          <a:p>
            <a:r>
              <a:t>        "requests_per_npu": 18,</a:t>
            </a:r>
          </a:p>
          <a:p>
            <a:r>
              <a:t>        "requests_total": 576,</a:t>
            </a:r>
          </a:p>
          <a:p>
            <a:r>
              <a:t>        "request_fraction": 0.030927835051546393,</a:t>
            </a:r>
          </a:p>
          <a:p>
            <a:r>
              <a:t>        "compute_fraction": 0.281835738470554,</a:t>
            </a:r>
          </a:p>
          <a:p>
            <a:r>
              <a:t>        "direct_data_row": true,</a:t>
            </a:r>
          </a:p>
          <a:p>
            <a:r>
              <a:t>        "color": "C8A16A"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"B6": [</a:t>
            </a:r>
          </a:p>
          <a:p>
            <a:r>
              <a:t>      {</a:t>
            </a:r>
          </a:p>
          <a:p>
            <a:r>
              <a:t>        "seq_len_k": 32,</a:t>
            </a:r>
          </a:p>
          <a:p>
            <a:r>
              <a:t>        "nql": 128,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1.1780259589150035,</a:t>
            </a:r>
          </a:p>
          <a:p>
            <a:r>
              <a:t>        "V_MiB_per_layer": 43.828125,</a:t>
            </a:r>
          </a:p>
          <a:p>
            <a:r>
              <a:t>        "requests_per_npu": 18,</a:t>
            </a:r>
          </a:p>
          <a:p>
            <a:r>
              <a:t>        "requests_total": 576,</a:t>
            </a:r>
          </a:p>
          <a:p>
            <a:r>
              <a:t>        "request_fraction": 0.2727272727272727,</a:t>
            </a:r>
          </a:p>
          <a:p>
            <a:r>
              <a:t>        "compute_fraction": 0.02358663517782539,</a:t>
            </a:r>
          </a:p>
          <a:p>
            <a:r>
              <a:t>        "direct_data_row": true,</a:t>
            </a:r>
          </a:p>
          <a:p>
            <a:r>
              <a:t>        "color": "6196B8"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48,</a:t>
            </a:r>
          </a:p>
          <a:p>
            <a:r>
              <a:t>        "nql": 256,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2.6685683140655256,</a:t>
            </a:r>
          </a:p>
          <a:p>
            <a:r>
              <a:t>        "V_MiB_per_layer": 65.65625,</a:t>
            </a:r>
          </a:p>
          <a:p>
            <a:r>
              <a:t>        "requests_per_npu": 18,</a:t>
            </a:r>
          </a:p>
          <a:p>
            <a:r>
              <a:t>        "requests_total": 576,</a:t>
            </a:r>
          </a:p>
          <a:p>
            <a:r>
              <a:t>        "request_fraction": 0.2727272727272727,</a:t>
            </a:r>
          </a:p>
          <a:p>
            <a:r>
              <a:t>        "compute_fraction": 0.05343052654708904,</a:t>
            </a:r>
          </a:p>
          <a:p>
            <a:r>
              <a:t>        "direct_data_row": true,</a:t>
            </a:r>
          </a:p>
          <a:p>
            <a:r>
              <a:t>        "color": "7FB7AE"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64,</a:t>
            </a:r>
          </a:p>
          <a:p>
            <a:r>
              <a:t>        "nql": 512,</a:t>
            </a:r>
          </a:p>
          <a:p>
            <a:r>
              <a:t>        "category": "SL",</a:t>
            </a:r>
          </a:p>
          <a:p>
            <a:r>
              <a:t>        "role": "short",</a:t>
            </a:r>
          </a:p>
          <a:p>
            <a:r>
              <a:t>        "C_ms_per_layer": 6.386487182261469,</a:t>
            </a:r>
          </a:p>
          <a:p>
            <a:r>
              <a:t>        "V_MiB_per_layer": 87.3125,</a:t>
            </a:r>
          </a:p>
          <a:p>
            <a:r>
              <a:t>        "requests_per_npu": 18,</a:t>
            </a:r>
          </a:p>
          <a:p>
            <a:r>
              <a:t>        "requests_total": 576,</a:t>
            </a:r>
          </a:p>
          <a:p>
            <a:r>
              <a:t>        "request_fraction": 0.2727272727272727,</a:t>
            </a:r>
          </a:p>
          <a:p>
            <a:r>
              <a:t>        "compute_fraction": 0.12787132753390193,</a:t>
            </a:r>
          </a:p>
          <a:p>
            <a:r>
              <a:t>        "direct_data_row": true,</a:t>
            </a:r>
          </a:p>
          <a:p>
            <a:r>
              <a:t>        "color": "A5B98A"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1024,</a:t>
            </a:r>
          </a:p>
          <a:p>
            <a:r>
              <a:t>        "category": "LL",</a:t>
            </a:r>
          </a:p>
          <a:p>
            <a:r>
              <a:t>        "role": "long",</a:t>
            </a:r>
          </a:p>
          <a:p>
            <a:r>
              <a:t>        "C_ms_per_layer": 34.100781654707006,</a:t>
            </a:r>
          </a:p>
          <a:p>
            <a:r>
              <a:t>        "V_MiB_per_layer": 262.625,</a:t>
            </a:r>
          </a:p>
          <a:p>
            <a:r>
              <a:t>        "requests_per_npu": 3,</a:t>
            </a:r>
          </a:p>
          <a:p>
            <a:r>
              <a:t>        "requests_total": 96,</a:t>
            </a:r>
          </a:p>
          <a:p>
            <a:r>
              <a:t>        "request_fraction": 0.045454545454545456,</a:t>
            </a:r>
          </a:p>
          <a:p>
            <a:r>
              <a:t>        "compute_fraction": 0.11379527053731196,</a:t>
            </a:r>
          </a:p>
          <a:p>
            <a:r>
              <a:t>        "direct_data_row": true,</a:t>
            </a:r>
          </a:p>
          <a:p>
            <a:r>
              <a:t>        "color": "C8A16A"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2048,</a:t>
            </a:r>
          </a:p>
          <a:p>
            <a:r>
              <a:t>        "category": "LL",</a:t>
            </a:r>
          </a:p>
          <a:p>
            <a:r>
              <a:t>        "role": "long",</a:t>
            </a:r>
          </a:p>
          <a:p>
            <a:r>
              <a:t>        "C_ms_per_layer": 68.05618615283375,</a:t>
            </a:r>
          </a:p>
          <a:p>
            <a:r>
              <a:t>        "V_MiB_per_layer": 261.25,</a:t>
            </a:r>
          </a:p>
          <a:p>
            <a:r>
              <a:t>        "requests_per_npu": 9,</a:t>
            </a:r>
          </a:p>
          <a:p>
            <a:r>
              <a:t>        "requests_total": 288,</a:t>
            </a:r>
          </a:p>
          <a:p>
            <a:r>
              <a:t>        "request_fraction": 0.13636363636363635,</a:t>
            </a:r>
          </a:p>
          <a:p>
            <a:r>
              <a:t>        "compute_fraction": 0.6813162402038717,</a:t>
            </a:r>
          </a:p>
          <a:p>
            <a:r>
              <a:t>        "direct_data_row": true,</a:t>
            </a:r>
          </a:p>
          <a:p>
            <a:r>
              <a:t>        "color": "696E9B"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"V38": [</a:t>
            </a:r>
          </a:p>
          <a:p>
            <a:r>
              <a:t>      {</a:t>
            </a:r>
          </a:p>
          <a:p>
            <a:r>
              <a:t>        "seq_len_k": 32,</a:t>
            </a:r>
          </a:p>
          <a:p>
            <a:r>
              <a:t>        "nql": 128,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1.1780259589150035,</a:t>
            </a:r>
          </a:p>
          <a:p>
            <a:r>
              <a:t>        "V_MiB_per_layer": 43.828125,</a:t>
            </a:r>
          </a:p>
          <a:p>
            <a:r>
              <a:t>        "requests_per_npu": 28,</a:t>
            </a:r>
          </a:p>
          <a:p>
            <a:r>
              <a:t>        "requests_total": 896,</a:t>
            </a:r>
          </a:p>
          <a:p>
            <a:r>
              <a:t>        "request_fraction": 0.30434782608695654,</a:t>
            </a:r>
          </a:p>
          <a:p>
            <a:r>
              <a:t>        "compute_fraction": 0.043226630151582755,</a:t>
            </a:r>
          </a:p>
          <a:p>
            <a:r>
              <a:t>        "direct_data_row": true,</a:t>
            </a:r>
          </a:p>
          <a:p>
            <a:r>
              <a:t>        "color": "6196B8"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48,</a:t>
            </a:r>
          </a:p>
          <a:p>
            <a:r>
              <a:t>        "nql": 256,</a:t>
            </a:r>
          </a:p>
          <a:p>
            <a:r>
              <a:t>        "category": "SS",</a:t>
            </a:r>
          </a:p>
          <a:p>
            <a:r>
              <a:t>        "role": "short",</a:t>
            </a:r>
          </a:p>
          <a:p>
            <a:r>
              <a:t>        "C_ms_per_layer": 2.6685683140655256,</a:t>
            </a:r>
          </a:p>
          <a:p>
            <a:r>
              <a:t>        "V_MiB_per_layer": 65.65625,</a:t>
            </a:r>
          </a:p>
          <a:p>
            <a:r>
              <a:t>        "requests_per_npu": 28,</a:t>
            </a:r>
          </a:p>
          <a:p>
            <a:r>
              <a:t>        "requests_total": 896,</a:t>
            </a:r>
          </a:p>
          <a:p>
            <a:r>
              <a:t>        "request_fraction": 0.30434782608695654,</a:t>
            </a:r>
          </a:p>
          <a:p>
            <a:r>
              <a:t>        "compute_fraction": 0.09792077557661541,</a:t>
            </a:r>
          </a:p>
          <a:p>
            <a:r>
              <a:t>        "direct_data_row": true,</a:t>
            </a:r>
          </a:p>
          <a:p>
            <a:r>
              <a:t>        "color": "7FB7AE"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64,</a:t>
            </a:r>
          </a:p>
          <a:p>
            <a:r>
              <a:t>        "nql": 512,</a:t>
            </a:r>
          </a:p>
          <a:p>
            <a:r>
              <a:t>        "category": "SL",</a:t>
            </a:r>
          </a:p>
          <a:p>
            <a:r>
              <a:t>        "role": "short",</a:t>
            </a:r>
          </a:p>
          <a:p>
            <a:r>
              <a:t>        "C_ms_per_layer": 6.386487182261469,</a:t>
            </a:r>
          </a:p>
          <a:p>
            <a:r>
              <a:t>        "V_MiB_per_layer": 87.3125,</a:t>
            </a:r>
          </a:p>
          <a:p>
            <a:r>
              <a:t>        "requests_per_npu": 28,</a:t>
            </a:r>
          </a:p>
          <a:p>
            <a:r>
              <a:t>        "requests_total": 896,</a:t>
            </a:r>
          </a:p>
          <a:p>
            <a:r>
              <a:t>        "request_fraction": 0.30434782608695654,</a:t>
            </a:r>
          </a:p>
          <a:p>
            <a:r>
              <a:t>        "compute_fraction": 0.23434655009615035,</a:t>
            </a:r>
          </a:p>
          <a:p>
            <a:r>
              <a:t>        "direct_data_row": true,</a:t>
            </a:r>
          </a:p>
          <a:p>
            <a:r>
              <a:t>        "color": "A5B98A"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1024,</a:t>
            </a:r>
          </a:p>
          <a:p>
            <a:r>
              <a:t>        "category": "LL",</a:t>
            </a:r>
          </a:p>
          <a:p>
            <a:r>
              <a:t>        "role": "long",</a:t>
            </a:r>
          </a:p>
          <a:p>
            <a:r>
              <a:t>        "C_ms_per_layer": 34.100781654707006,</a:t>
            </a:r>
          </a:p>
          <a:p>
            <a:r>
              <a:t>        "V_MiB_per_layer": 262.625,</a:t>
            </a:r>
          </a:p>
          <a:p>
            <a:r>
              <a:t>        "requests_per_npu": 2,</a:t>
            </a:r>
          </a:p>
          <a:p>
            <a:r>
              <a:t>        "requests_total": 64,</a:t>
            </a:r>
          </a:p>
          <a:p>
            <a:r>
              <a:t>        "request_fraction": 0.021739130434782608,</a:t>
            </a:r>
          </a:p>
          <a:p>
            <a:r>
              <a:t>        "compute_fraction": 0.08937844980122221,</a:t>
            </a:r>
          </a:p>
          <a:p>
            <a:r>
              <a:t>        "direct_data_row": true,</a:t>
            </a:r>
          </a:p>
          <a:p>
            <a:r>
              <a:t>        "color": "C8A16A"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"seq_len_k": 192,</a:t>
            </a:r>
          </a:p>
          <a:p>
            <a:r>
              <a:t>        "nql": 2048,</a:t>
            </a:r>
          </a:p>
          <a:p>
            <a:r>
              <a:t>        "category": "LL",</a:t>
            </a:r>
          </a:p>
          <a:p>
            <a:r>
              <a:t>        "role": "long",</a:t>
            </a:r>
          </a:p>
          <a:p>
            <a:r>
              <a:t>        "C_ms_per_layer": 68.05618615283375,</a:t>
            </a:r>
          </a:p>
          <a:p>
            <a:r>
              <a:t>        "V_MiB_per_layer": 261.25,</a:t>
            </a:r>
          </a:p>
          <a:p>
            <a:r>
              <a:t>        "requests_per_npu": 6,</a:t>
            </a:r>
          </a:p>
          <a:p>
            <a:r>
              <a:t>        "requests_total": 192,</a:t>
            </a:r>
          </a:p>
          <a:p>
            <a:r>
              <a:t>        "request_fraction": 0.06521739130434782,</a:t>
            </a:r>
          </a:p>
          <a:p>
            <a:r>
              <a:t>        "compute_fraction": 0.53512759437443,</a:t>
            </a:r>
          </a:p>
          <a:p>
            <a:r>
              <a:t>        "direct_data_row": true,</a:t>
            </a:r>
          </a:p>
          <a:p>
            <a:r>
              <a:t>        "color": "696E9B"</a:t>
            </a:r>
          </a:p>
          <a:p>
            <a:r>
              <a:t>      }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"metric": "seed7 fleet mean utilization [1000,2000] ms"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32 NPU：混合输入下的策略利用率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SSU盘数明确分列；单盘40 GiB/s，状态采集周期5 ms；表中数值为NPU利用率（%）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13441680" cy="9144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86537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8" y="1865376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主要能力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64208"/>
            <a:ext cx="4206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22222"/>
                </a:solidFill>
                <a:latin typeface="Noto Sans CJK SC"/>
                <a:ea typeface="Noto Sans CJK SC"/>
              </a:rPr>
              <a:t>1K短请求 + 192K大读取请求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664208"/>
            <a:ext cx="4206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22222"/>
                </a:solidFill>
                <a:latin typeface="Noto Sans CJK SC"/>
                <a:ea typeface="Noto Sans CJK SC"/>
              </a:rPr>
              <a:t>32K / 48K / 64K + 192K请求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07568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6盘 SSU · 597条/卡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07568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8盘 SSU · 582条/卡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07568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6盘 SSU · 66条/卡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2920" y="207568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lang="zh-CN">
                <a:solidFill>
                  <a:srgbClr val="222222"/>
                </a:solidFill>
                <a:latin typeface="Noto Sans CJK SC"/>
                <a:ea typeface="Noto Sans CJK SC"/>
              </a:rPr>
              <a:t>8盘 SSU · 92条/卡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60320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Baseline · 固定分卡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60320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每盘固定使用Path0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542032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74.53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42032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80.29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542032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95.72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32920" y="2542032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96.23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913278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990087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Once · 固定分卡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990087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按路径I/O压力选路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79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97179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90.68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97179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32920" y="297179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96.36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43046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3419856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New Once · 固定分卡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419856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选路计入全局未完成I/O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401568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91.89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401568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91.62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401568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98.41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3401568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97.68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772814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3849624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策略1 · 可重分NPU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0088" y="3849624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全局选卡、控制I/O下发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3831335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831335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93.48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831335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32920" y="3831335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95.68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202582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" y="4279392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策略2 · 可重分NPU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0088" y="4279392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增加盘内I/O调度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4261103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4261103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92.85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261103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32920" y="4261103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95.09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632350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4709159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策略3 · 可重分NPU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0088" y="4709159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跨盘协调同层I/O优先级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4690871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690871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93.98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4690871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932920" y="4690871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94.94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5062118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" y="5138927"/>
            <a:ext cx="208483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222222"/>
                </a:solidFill>
                <a:latin typeface="Noto Sans CJK SC"/>
                <a:ea typeface="Noto Sans CJK SC"/>
              </a:rPr>
              <a:t>策略3 · 固定分卡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0088" y="5138927"/>
            <a:ext cx="254203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222222"/>
                </a:solidFill>
                <a:latin typeface="Noto Sans CJK SC"/>
                <a:ea typeface="Noto Sans CJK SC"/>
              </a:rPr>
              <a:t>保留输入绑定，跨盘调度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512063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12063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Noto Sans CJK SC"/>
                <a:ea typeface="Noto Sans CJK SC"/>
              </a:rPr>
              <a:t>90.17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12063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666666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32920" y="5120639"/>
            <a:ext cx="210312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Noto Sans CJK SC"/>
                <a:ea typeface="Noto Sans CJK SC"/>
              </a:rPr>
              <a:t>97.83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5491886"/>
            <a:ext cx="13441680" cy="365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80360" y="1572768"/>
            <a:ext cx="3657" cy="392277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23560" y="1572768"/>
            <a:ext cx="3657" cy="392277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26679" y="1572768"/>
            <a:ext cx="3657" cy="392277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29800" y="1572768"/>
            <a:ext cx="3657" cy="392277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932920" y="1572768"/>
            <a:ext cx="3657" cy="392277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5687568"/>
            <a:ext cx="13350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22222"/>
                </a:solidFill>
                <a:latin typeface="Noto Sans CJK SC"/>
                <a:ea typeface="Noto Sans CJK SC"/>
              </a:rPr>
              <a:t>每张NPU的具体输入（序列长度 / NQL × 条数；K = 1024 token）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" y="6099048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6盘：1K/128、1K/256、1K/384各195条；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" y="6327648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192K/256有12条。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6684264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8盘：1K/128、1K/256、1K/384各188条；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6912864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192K/256有18条。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6099048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6盘：32K/128、48K/256、64K/512各18条；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360" y="6327648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192K/1024有3条，192K/2048有9条。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6684264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8盘：32K/128、48K/256、64K/512各28条；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2360" y="6912864"/>
            <a:ext cx="65379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lang="zh-CN">
                <a:solidFill>
                  <a:srgbClr val="222222"/>
                </a:solidFill>
                <a:latin typeface="Noto Sans CJK SC"/>
                <a:ea typeface="Noto Sans CJK SC"/>
              </a:rPr>
              <a:t>192K/1024有2条，192K/2048有6条。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" y="7333488"/>
            <a:ext cx="133502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利用率：seed7，[1,2]秒内32卡平均；粗体为该列已测最高值；—为未测试。6盘与8盘配额不同，不能只归因于盘数。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2648" y="7589520"/>
            <a:ext cx="133502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各卡配额相同、完整顺序独立打乱；全部t=0到达，每请求8层、batch=1。1K参数外推（NQL384含插值）；右组参数取原data。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" y="7836408"/>
            <a:ext cx="1335024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lang="zh-CN">
                <a:solidFill>
                  <a:srgbClr val="666666"/>
                </a:solidFill>
                <a:latin typeface="Noto Sans CJK SC"/>
                <a:ea typeface="Noto Sans CJK SC"/>
              </a:rPr>
              <a:t>NQL为本次新增query token数。右组8盘中，192K两类占62.45%的纯计算时间，整机96.23%仍可能掩盖短请求等待。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 NPU：混合输入与不同SSU盘数下的策略利用率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